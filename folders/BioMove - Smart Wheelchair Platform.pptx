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6256000" cy="9144000"/>
  <p:notesSz cx="9144000" cy="16256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Liter" panose="020B0604020202020204" charset="0"/>
      <p:regular r:id="rId24"/>
    </p:embeddedFont>
    <p:embeddedFont>
      <p:font typeface="Quattrocento San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02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kiqupqur6eqo/mnt/agents/output/biomove/images/4_Ally_Pro_Golden_Technologies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048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kern="0" spc="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BIOMOVE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kern="0" spc="3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WHEELCHAIR 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048000" y="4953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+  </a:t>
            </a:r>
            <a:r>
              <a:rPr lang="en-US" sz="20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+  </a:t>
            </a:r>
            <a:r>
              <a:rPr lang="en-US" sz="20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+  </a:t>
            </a:r>
            <a:r>
              <a:rPr lang="en-US" sz="20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Rehabilitation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0" y="5715000"/>
            <a:ext cx="2540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7569200" y="622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61925" y="47625"/>
                </a:moveTo>
                <a:cubicBezTo>
                  <a:pt x="161925" y="10826"/>
                  <a:pt x="191801" y="-19050"/>
                  <a:pt x="228600" y="-19050"/>
                </a:cubicBezTo>
                <a:cubicBezTo>
                  <a:pt x="265399" y="-19050"/>
                  <a:pt x="295275" y="10826"/>
                  <a:pt x="295275" y="47625"/>
                </a:cubicBezTo>
                <a:cubicBezTo>
                  <a:pt x="295275" y="84424"/>
                  <a:pt x="265399" y="114300"/>
                  <a:pt x="228600" y="114300"/>
                </a:cubicBezTo>
                <a:cubicBezTo>
                  <a:pt x="191801" y="114300"/>
                  <a:pt x="161925" y="84424"/>
                  <a:pt x="161925" y="47625"/>
                </a:cubicBezTo>
                <a:close/>
                <a:moveTo>
                  <a:pt x="140375" y="235268"/>
                </a:moveTo>
                <a:lnTo>
                  <a:pt x="155377" y="310277"/>
                </a:lnTo>
                <a:cubicBezTo>
                  <a:pt x="109418" y="325041"/>
                  <a:pt x="76200" y="368260"/>
                  <a:pt x="76200" y="419100"/>
                </a:cubicBezTo>
                <a:cubicBezTo>
                  <a:pt x="76200" y="482203"/>
                  <a:pt x="127397" y="533400"/>
                  <a:pt x="190500" y="533400"/>
                </a:cubicBezTo>
                <a:cubicBezTo>
                  <a:pt x="232886" y="533400"/>
                  <a:pt x="269915" y="510302"/>
                  <a:pt x="289679" y="476012"/>
                </a:cubicBezTo>
                <a:cubicBezTo>
                  <a:pt x="292418" y="476131"/>
                  <a:pt x="295156" y="476250"/>
                  <a:pt x="298013" y="476250"/>
                </a:cubicBezTo>
                <a:lnTo>
                  <a:pt x="302895" y="476250"/>
                </a:lnTo>
                <a:cubicBezTo>
                  <a:pt x="304086" y="476250"/>
                  <a:pt x="305395" y="476250"/>
                  <a:pt x="306586" y="476250"/>
                </a:cubicBezTo>
                <a:lnTo>
                  <a:pt x="372308" y="476250"/>
                </a:lnTo>
                <a:cubicBezTo>
                  <a:pt x="348020" y="553522"/>
                  <a:pt x="275868" y="609600"/>
                  <a:pt x="190500" y="609600"/>
                </a:cubicBezTo>
                <a:cubicBezTo>
                  <a:pt x="85249" y="609600"/>
                  <a:pt x="0" y="524351"/>
                  <a:pt x="0" y="419100"/>
                </a:cubicBezTo>
                <a:cubicBezTo>
                  <a:pt x="0" y="331232"/>
                  <a:pt x="59531" y="257294"/>
                  <a:pt x="140375" y="235268"/>
                </a:cubicBezTo>
                <a:close/>
                <a:moveTo>
                  <a:pt x="317302" y="201811"/>
                </a:moveTo>
                <a:lnTo>
                  <a:pt x="345519" y="342900"/>
                </a:lnTo>
                <a:lnTo>
                  <a:pt x="417552" y="342900"/>
                </a:lnTo>
                <a:cubicBezTo>
                  <a:pt x="457200" y="342900"/>
                  <a:pt x="492800" y="367546"/>
                  <a:pt x="506730" y="404693"/>
                </a:cubicBezTo>
                <a:lnTo>
                  <a:pt x="537091" y="485656"/>
                </a:lnTo>
                <a:lnTo>
                  <a:pt x="559356" y="478274"/>
                </a:lnTo>
                <a:cubicBezTo>
                  <a:pt x="579358" y="471607"/>
                  <a:pt x="600908" y="482441"/>
                  <a:pt x="607576" y="502325"/>
                </a:cubicBezTo>
                <a:cubicBezTo>
                  <a:pt x="614243" y="522208"/>
                  <a:pt x="603409" y="543878"/>
                  <a:pt x="583525" y="550545"/>
                </a:cubicBezTo>
                <a:lnTo>
                  <a:pt x="526375" y="569595"/>
                </a:lnTo>
                <a:cubicBezTo>
                  <a:pt x="506968" y="576024"/>
                  <a:pt x="485894" y="566023"/>
                  <a:pt x="478631" y="546854"/>
                </a:cubicBezTo>
                <a:lnTo>
                  <a:pt x="435412" y="431483"/>
                </a:lnTo>
                <a:cubicBezTo>
                  <a:pt x="432673" y="424101"/>
                  <a:pt x="425529" y="419100"/>
                  <a:pt x="417552" y="419100"/>
                </a:cubicBezTo>
                <a:lnTo>
                  <a:pt x="315039" y="419100"/>
                </a:lnTo>
                <a:cubicBezTo>
                  <a:pt x="314563" y="419100"/>
                  <a:pt x="314087" y="419100"/>
                  <a:pt x="313492" y="419100"/>
                </a:cubicBezTo>
                <a:lnTo>
                  <a:pt x="297894" y="419100"/>
                </a:lnTo>
                <a:cubicBezTo>
                  <a:pt x="261580" y="419100"/>
                  <a:pt x="230267" y="393502"/>
                  <a:pt x="223123" y="357902"/>
                </a:cubicBezTo>
                <a:lnTo>
                  <a:pt x="196810" y="225862"/>
                </a:lnTo>
                <a:cubicBezTo>
                  <a:pt x="189190" y="187881"/>
                  <a:pt x="218242" y="152400"/>
                  <a:pt x="257056" y="152400"/>
                </a:cubicBezTo>
                <a:cubicBezTo>
                  <a:pt x="286345" y="152400"/>
                  <a:pt x="311587" y="173117"/>
                  <a:pt x="317302" y="201811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0" name="Shape 7"/>
          <p:cNvSpPr/>
          <p:nvPr/>
        </p:nvSpPr>
        <p:spPr>
          <a:xfrm>
            <a:off x="8382000" y="622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28468"/>
                </a:moveTo>
                <a:lnTo>
                  <a:pt x="286941" y="103703"/>
                </a:lnTo>
                <a:cubicBezTo>
                  <a:pt x="257175" y="62508"/>
                  <a:pt x="209431" y="38100"/>
                  <a:pt x="158472" y="38100"/>
                </a:cubicBezTo>
                <a:cubicBezTo>
                  <a:pt x="70961" y="38100"/>
                  <a:pt x="0" y="109061"/>
                  <a:pt x="0" y="196572"/>
                </a:cubicBezTo>
                <a:lnTo>
                  <a:pt x="0" y="199668"/>
                </a:lnTo>
                <a:cubicBezTo>
                  <a:pt x="0" y="227767"/>
                  <a:pt x="7382" y="256818"/>
                  <a:pt x="19764" y="285750"/>
                </a:cubicBezTo>
                <a:lnTo>
                  <a:pt x="145971" y="285750"/>
                </a:lnTo>
                <a:cubicBezTo>
                  <a:pt x="149781" y="285750"/>
                  <a:pt x="153233" y="283488"/>
                  <a:pt x="154781" y="279916"/>
                </a:cubicBezTo>
                <a:lnTo>
                  <a:pt x="192643" y="189071"/>
                </a:lnTo>
                <a:cubicBezTo>
                  <a:pt x="197048" y="178594"/>
                  <a:pt x="207288" y="171688"/>
                  <a:pt x="218599" y="171450"/>
                </a:cubicBezTo>
                <a:cubicBezTo>
                  <a:pt x="229910" y="171212"/>
                  <a:pt x="240387" y="177879"/>
                  <a:pt x="245031" y="188238"/>
                </a:cubicBezTo>
                <a:lnTo>
                  <a:pt x="306110" y="323850"/>
                </a:lnTo>
                <a:lnTo>
                  <a:pt x="355402" y="225266"/>
                </a:lnTo>
                <a:cubicBezTo>
                  <a:pt x="360283" y="215622"/>
                  <a:pt x="370165" y="209431"/>
                  <a:pt x="381000" y="209431"/>
                </a:cubicBezTo>
                <a:cubicBezTo>
                  <a:pt x="391835" y="209431"/>
                  <a:pt x="401717" y="215503"/>
                  <a:pt x="406598" y="225266"/>
                </a:cubicBezTo>
                <a:lnTo>
                  <a:pt x="434221" y="280392"/>
                </a:lnTo>
                <a:cubicBezTo>
                  <a:pt x="435888" y="283607"/>
                  <a:pt x="439103" y="285631"/>
                  <a:pt x="442793" y="285631"/>
                </a:cubicBezTo>
                <a:lnTo>
                  <a:pt x="589955" y="285631"/>
                </a:lnTo>
                <a:cubicBezTo>
                  <a:pt x="602456" y="256699"/>
                  <a:pt x="609719" y="227648"/>
                  <a:pt x="609719" y="199549"/>
                </a:cubicBezTo>
                <a:lnTo>
                  <a:pt x="609719" y="196453"/>
                </a:lnTo>
                <a:cubicBezTo>
                  <a:pt x="609600" y="109061"/>
                  <a:pt x="538639" y="38100"/>
                  <a:pt x="451128" y="38100"/>
                </a:cubicBezTo>
                <a:cubicBezTo>
                  <a:pt x="400288" y="38100"/>
                  <a:pt x="352425" y="62508"/>
                  <a:pt x="322659" y="103703"/>
                </a:cubicBezTo>
                <a:lnTo>
                  <a:pt x="304800" y="128349"/>
                </a:lnTo>
                <a:close/>
                <a:moveTo>
                  <a:pt x="559118" y="342900"/>
                </a:moveTo>
                <a:lnTo>
                  <a:pt x="442674" y="342900"/>
                </a:lnTo>
                <a:cubicBezTo>
                  <a:pt x="417433" y="342900"/>
                  <a:pt x="394335" y="328613"/>
                  <a:pt x="383024" y="305991"/>
                </a:cubicBezTo>
                <a:lnTo>
                  <a:pt x="381000" y="301943"/>
                </a:lnTo>
                <a:lnTo>
                  <a:pt x="330398" y="403265"/>
                </a:lnTo>
                <a:cubicBezTo>
                  <a:pt x="325517" y="413147"/>
                  <a:pt x="315278" y="419338"/>
                  <a:pt x="304205" y="419100"/>
                </a:cubicBezTo>
                <a:cubicBezTo>
                  <a:pt x="293132" y="418862"/>
                  <a:pt x="283250" y="412313"/>
                  <a:pt x="278725" y="402312"/>
                </a:cubicBezTo>
                <a:lnTo>
                  <a:pt x="220028" y="271939"/>
                </a:lnTo>
                <a:lnTo>
                  <a:pt x="207526" y="301942"/>
                </a:lnTo>
                <a:cubicBezTo>
                  <a:pt x="197168" y="326827"/>
                  <a:pt x="172879" y="343019"/>
                  <a:pt x="145971" y="343019"/>
                </a:cubicBezTo>
                <a:lnTo>
                  <a:pt x="50483" y="343019"/>
                </a:lnTo>
                <a:cubicBezTo>
                  <a:pt x="106680" y="430887"/>
                  <a:pt x="196929" y="511731"/>
                  <a:pt x="253365" y="554831"/>
                </a:cubicBezTo>
                <a:cubicBezTo>
                  <a:pt x="268129" y="566023"/>
                  <a:pt x="286226" y="571619"/>
                  <a:pt x="304681" y="571619"/>
                </a:cubicBezTo>
                <a:cubicBezTo>
                  <a:pt x="323136" y="571619"/>
                  <a:pt x="341352" y="566142"/>
                  <a:pt x="355997" y="554831"/>
                </a:cubicBezTo>
                <a:cubicBezTo>
                  <a:pt x="412671" y="511612"/>
                  <a:pt x="502920" y="430768"/>
                  <a:pt x="559118" y="34290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Shape 8"/>
          <p:cNvSpPr/>
          <p:nvPr/>
        </p:nvSpPr>
        <p:spPr>
          <a:xfrm>
            <a:off x="9194800" y="622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10007600" y="622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5588000" y="787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HEALTHCARE MOBILITY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488811" y="388938"/>
                </a:moveTo>
                <a:lnTo>
                  <a:pt x="223639" y="388938"/>
                </a:lnTo>
                <a:cubicBezTo>
                  <a:pt x="227667" y="478532"/>
                  <a:pt x="247531" y="561042"/>
                  <a:pt x="275729" y="621467"/>
                </a:cubicBezTo>
                <a:cubicBezTo>
                  <a:pt x="291564" y="655499"/>
                  <a:pt x="308650" y="679529"/>
                  <a:pt x="324485" y="694253"/>
                </a:cubicBezTo>
                <a:cubicBezTo>
                  <a:pt x="340042" y="708839"/>
                  <a:pt x="350738" y="711200"/>
                  <a:pt x="356295" y="711200"/>
                </a:cubicBezTo>
                <a:cubicBezTo>
                  <a:pt x="361851" y="711200"/>
                  <a:pt x="372547" y="708839"/>
                  <a:pt x="388104" y="694253"/>
                </a:cubicBezTo>
                <a:cubicBezTo>
                  <a:pt x="403939" y="679529"/>
                  <a:pt x="421025" y="655360"/>
                  <a:pt x="436860" y="621467"/>
                </a:cubicBezTo>
                <a:cubicBezTo>
                  <a:pt x="465058" y="561042"/>
                  <a:pt x="484922" y="478532"/>
                  <a:pt x="488950" y="388938"/>
                </a:cubicBezTo>
                <a:close/>
                <a:moveTo>
                  <a:pt x="223500" y="322263"/>
                </a:moveTo>
                <a:lnTo>
                  <a:pt x="488672" y="322263"/>
                </a:lnTo>
                <a:cubicBezTo>
                  <a:pt x="484783" y="232668"/>
                  <a:pt x="464919" y="150158"/>
                  <a:pt x="436721" y="89733"/>
                </a:cubicBezTo>
                <a:cubicBezTo>
                  <a:pt x="420886" y="55840"/>
                  <a:pt x="403800" y="31671"/>
                  <a:pt x="387965" y="16947"/>
                </a:cubicBezTo>
                <a:cubicBezTo>
                  <a:pt x="372408" y="2361"/>
                  <a:pt x="361712" y="0"/>
                  <a:pt x="356156" y="0"/>
                </a:cubicBezTo>
                <a:cubicBezTo>
                  <a:pt x="350599" y="0"/>
                  <a:pt x="339904" y="2361"/>
                  <a:pt x="324346" y="16947"/>
                </a:cubicBezTo>
                <a:cubicBezTo>
                  <a:pt x="308511" y="31671"/>
                  <a:pt x="291425" y="55840"/>
                  <a:pt x="275590" y="89733"/>
                </a:cubicBezTo>
                <a:cubicBezTo>
                  <a:pt x="247392" y="150158"/>
                  <a:pt x="227528" y="232668"/>
                  <a:pt x="223500" y="322263"/>
                </a:cubicBezTo>
                <a:close/>
                <a:moveTo>
                  <a:pt x="156825" y="322263"/>
                </a:moveTo>
                <a:cubicBezTo>
                  <a:pt x="161687" y="203359"/>
                  <a:pt x="192385" y="92928"/>
                  <a:pt x="237252" y="20419"/>
                </a:cubicBezTo>
                <a:cubicBezTo>
                  <a:pt x="109319" y="65703"/>
                  <a:pt x="15141" y="182245"/>
                  <a:pt x="2084" y="322263"/>
                </a:cubicBezTo>
                <a:lnTo>
                  <a:pt x="156825" y="322263"/>
                </a:lnTo>
                <a:close/>
                <a:moveTo>
                  <a:pt x="2084" y="388938"/>
                </a:moveTo>
                <a:cubicBezTo>
                  <a:pt x="15141" y="528955"/>
                  <a:pt x="109319" y="645497"/>
                  <a:pt x="237252" y="690781"/>
                </a:cubicBezTo>
                <a:cubicBezTo>
                  <a:pt x="192385" y="618272"/>
                  <a:pt x="161687" y="507841"/>
                  <a:pt x="156825" y="388938"/>
                </a:cubicBezTo>
                <a:lnTo>
                  <a:pt x="2084" y="388938"/>
                </a:lnTo>
                <a:close/>
                <a:moveTo>
                  <a:pt x="555486" y="388938"/>
                </a:moveTo>
                <a:cubicBezTo>
                  <a:pt x="550624" y="507841"/>
                  <a:pt x="519926" y="618272"/>
                  <a:pt x="475059" y="690781"/>
                </a:cubicBezTo>
                <a:cubicBezTo>
                  <a:pt x="602992" y="645358"/>
                  <a:pt x="697170" y="528955"/>
                  <a:pt x="710228" y="388938"/>
                </a:cubicBezTo>
                <a:lnTo>
                  <a:pt x="555486" y="388938"/>
                </a:lnTo>
                <a:close/>
                <a:moveTo>
                  <a:pt x="710228" y="322263"/>
                </a:moveTo>
                <a:cubicBezTo>
                  <a:pt x="697170" y="182245"/>
                  <a:pt x="602992" y="65703"/>
                  <a:pt x="475059" y="20419"/>
                </a:cubicBezTo>
                <a:cubicBezTo>
                  <a:pt x="519926" y="92928"/>
                  <a:pt x="550624" y="203359"/>
                  <a:pt x="555486" y="322263"/>
                </a:cubicBezTo>
                <a:lnTo>
                  <a:pt x="710228" y="322263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3175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75M+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2000" y="3937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worldwide rely on wheelchairs daily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260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84884" y="44450"/>
                </a:moveTo>
                <a:cubicBezTo>
                  <a:pt x="208915" y="44450"/>
                  <a:pt x="232390" y="49173"/>
                  <a:pt x="254198" y="57924"/>
                </a:cubicBezTo>
                <a:lnTo>
                  <a:pt x="330319" y="176272"/>
                </a:lnTo>
                <a:lnTo>
                  <a:pt x="225584" y="281007"/>
                </a:lnTo>
                <a:cubicBezTo>
                  <a:pt x="223500" y="283091"/>
                  <a:pt x="222250" y="286008"/>
                  <a:pt x="222389" y="289064"/>
                </a:cubicBezTo>
                <a:cubicBezTo>
                  <a:pt x="222528" y="292120"/>
                  <a:pt x="223778" y="294898"/>
                  <a:pt x="226000" y="296982"/>
                </a:cubicBezTo>
                <a:lnTo>
                  <a:pt x="381575" y="441444"/>
                </a:lnTo>
                <a:cubicBezTo>
                  <a:pt x="385604" y="445195"/>
                  <a:pt x="391855" y="445472"/>
                  <a:pt x="396161" y="441861"/>
                </a:cubicBezTo>
                <a:cubicBezTo>
                  <a:pt x="400467" y="438249"/>
                  <a:pt x="401439" y="432137"/>
                  <a:pt x="398522" y="427415"/>
                </a:cubicBezTo>
                <a:lnTo>
                  <a:pt x="314623" y="291148"/>
                </a:lnTo>
                <a:lnTo>
                  <a:pt x="440611" y="186134"/>
                </a:lnTo>
                <a:cubicBezTo>
                  <a:pt x="444222" y="183217"/>
                  <a:pt x="445472" y="178217"/>
                  <a:pt x="443944" y="173911"/>
                </a:cubicBezTo>
                <a:lnTo>
                  <a:pt x="411718" y="84177"/>
                </a:lnTo>
                <a:cubicBezTo>
                  <a:pt x="443944" y="58757"/>
                  <a:pt x="484227" y="44450"/>
                  <a:pt x="526316" y="44450"/>
                </a:cubicBezTo>
                <a:cubicBezTo>
                  <a:pt x="628412" y="44450"/>
                  <a:pt x="711200" y="127238"/>
                  <a:pt x="711200" y="229334"/>
                </a:cubicBezTo>
                <a:lnTo>
                  <a:pt x="711200" y="232946"/>
                </a:lnTo>
                <a:cubicBezTo>
                  <a:pt x="711200" y="388799"/>
                  <a:pt x="516870" y="569793"/>
                  <a:pt x="415469" y="647164"/>
                </a:cubicBezTo>
                <a:cubicBezTo>
                  <a:pt x="398244" y="660221"/>
                  <a:pt x="377130" y="666750"/>
                  <a:pt x="355600" y="666750"/>
                </a:cubicBezTo>
                <a:cubicBezTo>
                  <a:pt x="334070" y="666750"/>
                  <a:pt x="312817" y="660360"/>
                  <a:pt x="295731" y="647164"/>
                </a:cubicBezTo>
                <a:cubicBezTo>
                  <a:pt x="194330" y="569793"/>
                  <a:pt x="0" y="388799"/>
                  <a:pt x="0" y="232946"/>
                </a:cubicBezTo>
                <a:lnTo>
                  <a:pt x="0" y="229334"/>
                </a:lnTo>
                <a:cubicBezTo>
                  <a:pt x="0" y="127238"/>
                  <a:pt x="82788" y="44450"/>
                  <a:pt x="184884" y="4445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3175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064000" y="3937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monitoring in traditional wheelchairs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cubicBezTo>
                  <a:pt x="376019" y="0"/>
                  <a:pt x="394772" y="11251"/>
                  <a:pt x="404495" y="29170"/>
                </a:cubicBezTo>
                <a:lnTo>
                  <a:pt x="704533" y="584795"/>
                </a:lnTo>
                <a:cubicBezTo>
                  <a:pt x="713839" y="602020"/>
                  <a:pt x="713423" y="622856"/>
                  <a:pt x="703421" y="639663"/>
                </a:cubicBezTo>
                <a:cubicBezTo>
                  <a:pt x="693420" y="656471"/>
                  <a:pt x="675223" y="666750"/>
                  <a:pt x="655638" y="666750"/>
                </a:cubicBezTo>
                <a:lnTo>
                  <a:pt x="55563" y="666750"/>
                </a:lnTo>
                <a:cubicBezTo>
                  <a:pt x="35977" y="666750"/>
                  <a:pt x="17919" y="656471"/>
                  <a:pt x="7779" y="639663"/>
                </a:cubicBezTo>
                <a:cubicBezTo>
                  <a:pt x="-2361" y="622856"/>
                  <a:pt x="-2639" y="602020"/>
                  <a:pt x="6668" y="584795"/>
                </a:cubicBezTo>
                <a:lnTo>
                  <a:pt x="306705" y="29170"/>
                </a:lnTo>
                <a:cubicBezTo>
                  <a:pt x="316428" y="11251"/>
                  <a:pt x="335181" y="0"/>
                  <a:pt x="355600" y="0"/>
                </a:cubicBezTo>
                <a:close/>
                <a:moveTo>
                  <a:pt x="355600" y="233363"/>
                </a:moveTo>
                <a:cubicBezTo>
                  <a:pt x="337125" y="233363"/>
                  <a:pt x="322263" y="248225"/>
                  <a:pt x="322263" y="266700"/>
                </a:cubicBezTo>
                <a:lnTo>
                  <a:pt x="322263" y="422275"/>
                </a:lnTo>
                <a:cubicBezTo>
                  <a:pt x="322263" y="440750"/>
                  <a:pt x="337125" y="455612"/>
                  <a:pt x="355600" y="455612"/>
                </a:cubicBezTo>
                <a:cubicBezTo>
                  <a:pt x="374075" y="455612"/>
                  <a:pt x="388938" y="440750"/>
                  <a:pt x="388938" y="422275"/>
                </a:cubicBezTo>
                <a:lnTo>
                  <a:pt x="388938" y="266700"/>
                </a:lnTo>
                <a:cubicBezTo>
                  <a:pt x="388938" y="248225"/>
                  <a:pt x="374075" y="233363"/>
                  <a:pt x="355600" y="233363"/>
                </a:cubicBezTo>
                <a:close/>
                <a:moveTo>
                  <a:pt x="392688" y="533400"/>
                </a:moveTo>
                <a:cubicBezTo>
                  <a:pt x="393532" y="519633"/>
                  <a:pt x="386666" y="506536"/>
                  <a:pt x="374865" y="499397"/>
                </a:cubicBezTo>
                <a:cubicBezTo>
                  <a:pt x="363063" y="492259"/>
                  <a:pt x="348275" y="492259"/>
                  <a:pt x="336474" y="499397"/>
                </a:cubicBezTo>
                <a:cubicBezTo>
                  <a:pt x="324673" y="506536"/>
                  <a:pt x="317807" y="519633"/>
                  <a:pt x="318651" y="533400"/>
                </a:cubicBezTo>
                <a:cubicBezTo>
                  <a:pt x="317807" y="547167"/>
                  <a:pt x="324673" y="560264"/>
                  <a:pt x="336474" y="567403"/>
                </a:cubicBezTo>
                <a:cubicBezTo>
                  <a:pt x="348275" y="574541"/>
                  <a:pt x="363063" y="574541"/>
                  <a:pt x="374865" y="567403"/>
                </a:cubicBezTo>
                <a:cubicBezTo>
                  <a:pt x="386666" y="560264"/>
                  <a:pt x="393532" y="547167"/>
                  <a:pt x="392688" y="5334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0" y="3175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620000" y="3937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safety alerts for falls or obstacles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192000" y="2286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624" y="-34588"/>
                </a:moveTo>
                <a:cubicBezTo>
                  <a:pt x="39017" y="-47645"/>
                  <a:pt x="20249" y="-47645"/>
                  <a:pt x="8767" y="-34588"/>
                </a:cubicBezTo>
                <a:cubicBezTo>
                  <a:pt x="-2716" y="-21530"/>
                  <a:pt x="-2840" y="-417"/>
                  <a:pt x="8643" y="12640"/>
                </a:cubicBezTo>
                <a:lnTo>
                  <a:pt x="660576" y="746065"/>
                </a:lnTo>
                <a:cubicBezTo>
                  <a:pt x="672183" y="759123"/>
                  <a:pt x="690951" y="759123"/>
                  <a:pt x="702433" y="746065"/>
                </a:cubicBezTo>
                <a:cubicBezTo>
                  <a:pt x="713916" y="733008"/>
                  <a:pt x="714040" y="711895"/>
                  <a:pt x="702433" y="698976"/>
                </a:cubicBezTo>
                <a:lnTo>
                  <a:pt x="384616" y="341293"/>
                </a:lnTo>
                <a:cubicBezTo>
                  <a:pt x="452526" y="326152"/>
                  <a:pt x="503767" y="258643"/>
                  <a:pt x="503767" y="177800"/>
                </a:cubicBezTo>
                <a:cubicBezTo>
                  <a:pt x="503767" y="85705"/>
                  <a:pt x="437462" y="11112"/>
                  <a:pt x="355600" y="11112"/>
                </a:cubicBezTo>
                <a:cubicBezTo>
                  <a:pt x="283739" y="11112"/>
                  <a:pt x="223732" y="68759"/>
                  <a:pt x="210273" y="145157"/>
                </a:cubicBezTo>
                <a:lnTo>
                  <a:pt x="50624" y="-34588"/>
                </a:lnTo>
                <a:close/>
                <a:moveTo>
                  <a:pt x="290901" y="424220"/>
                </a:moveTo>
                <a:cubicBezTo>
                  <a:pt x="182615" y="439777"/>
                  <a:pt x="98778" y="543818"/>
                  <a:pt x="98778" y="669945"/>
                </a:cubicBezTo>
                <a:cubicBezTo>
                  <a:pt x="98778" y="692725"/>
                  <a:pt x="115200" y="711200"/>
                  <a:pt x="135449" y="711200"/>
                </a:cubicBezTo>
                <a:lnTo>
                  <a:pt x="545994" y="711200"/>
                </a:lnTo>
                <a:lnTo>
                  <a:pt x="290901" y="42422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1684000" y="3175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NONE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1430000" y="3937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visibility for caregivers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334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270000" y="584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2032000" y="5715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wheelchairs are </a:t>
            </a: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mobility devices</a:t>
            </a: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no intelligence, no monitoring, and no safety net. Users and caregivers are left in the dark about health status, safety risks, and rehabilitation progress.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651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Just a Smart Wheelchair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2349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Integrated Healthcare Mobility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3302000"/>
            <a:ext cx="3302000" cy="2032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7" name="Shape 5"/>
          <p:cNvSpPr/>
          <p:nvPr/>
        </p:nvSpPr>
        <p:spPr>
          <a:xfrm>
            <a:off x="2108200" y="355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24543" y="66675"/>
                </a:moveTo>
                <a:cubicBezTo>
                  <a:pt x="424543" y="29876"/>
                  <a:pt x="458687" y="0"/>
                  <a:pt x="500743" y="0"/>
                </a:cubicBezTo>
                <a:cubicBezTo>
                  <a:pt x="542799" y="0"/>
                  <a:pt x="576943" y="29876"/>
                  <a:pt x="576943" y="66675"/>
                </a:cubicBezTo>
                <a:cubicBezTo>
                  <a:pt x="576943" y="103474"/>
                  <a:pt x="542799" y="133350"/>
                  <a:pt x="500743" y="133350"/>
                </a:cubicBezTo>
                <a:cubicBezTo>
                  <a:pt x="458687" y="133350"/>
                  <a:pt x="424543" y="103474"/>
                  <a:pt x="424543" y="66675"/>
                </a:cubicBezTo>
                <a:close/>
                <a:moveTo>
                  <a:pt x="279491" y="147757"/>
                </a:moveTo>
                <a:cubicBezTo>
                  <a:pt x="270782" y="141565"/>
                  <a:pt x="258264" y="142161"/>
                  <a:pt x="250371" y="149066"/>
                </a:cubicBezTo>
                <a:lnTo>
                  <a:pt x="204924" y="188833"/>
                </a:lnTo>
                <a:cubicBezTo>
                  <a:pt x="187915" y="203716"/>
                  <a:pt x="160292" y="203716"/>
                  <a:pt x="143283" y="188833"/>
                </a:cubicBezTo>
                <a:cubicBezTo>
                  <a:pt x="126274" y="173950"/>
                  <a:pt x="126274" y="149781"/>
                  <a:pt x="143283" y="134898"/>
                </a:cubicBezTo>
                <a:lnTo>
                  <a:pt x="188867" y="95250"/>
                </a:lnTo>
                <a:cubicBezTo>
                  <a:pt x="228328" y="60722"/>
                  <a:pt x="291193" y="57864"/>
                  <a:pt x="334464" y="88702"/>
                </a:cubicBezTo>
                <a:lnTo>
                  <a:pt x="445090" y="167283"/>
                </a:lnTo>
                <a:cubicBezTo>
                  <a:pt x="474209" y="188000"/>
                  <a:pt x="477475" y="225862"/>
                  <a:pt x="452165" y="250031"/>
                </a:cubicBezTo>
                <a:lnTo>
                  <a:pt x="395287" y="304800"/>
                </a:lnTo>
                <a:lnTo>
                  <a:pt x="528637" y="304800"/>
                </a:lnTo>
                <a:cubicBezTo>
                  <a:pt x="569867" y="304800"/>
                  <a:pt x="600755" y="337780"/>
                  <a:pt x="592727" y="373142"/>
                </a:cubicBezTo>
                <a:lnTo>
                  <a:pt x="554355" y="540901"/>
                </a:lnTo>
                <a:cubicBezTo>
                  <a:pt x="549592" y="561499"/>
                  <a:pt x="526732" y="574953"/>
                  <a:pt x="503056" y="570786"/>
                </a:cubicBezTo>
                <a:cubicBezTo>
                  <a:pt x="479380" y="566618"/>
                  <a:pt x="464140" y="546616"/>
                  <a:pt x="468902" y="525899"/>
                </a:cubicBezTo>
                <a:lnTo>
                  <a:pt x="502104" y="381000"/>
                </a:lnTo>
                <a:lnTo>
                  <a:pt x="431074" y="381000"/>
                </a:lnTo>
                <a:cubicBezTo>
                  <a:pt x="433932" y="393263"/>
                  <a:pt x="435429" y="406003"/>
                  <a:pt x="435429" y="419100"/>
                </a:cubicBezTo>
                <a:cubicBezTo>
                  <a:pt x="435429" y="524351"/>
                  <a:pt x="338001" y="609600"/>
                  <a:pt x="217714" y="609600"/>
                </a:cubicBezTo>
                <a:cubicBezTo>
                  <a:pt x="97427" y="609600"/>
                  <a:pt x="0" y="524351"/>
                  <a:pt x="0" y="419100"/>
                </a:cubicBezTo>
                <a:cubicBezTo>
                  <a:pt x="0" y="313849"/>
                  <a:pt x="97427" y="228600"/>
                  <a:pt x="217714" y="228600"/>
                </a:cubicBezTo>
                <a:cubicBezTo>
                  <a:pt x="225879" y="228600"/>
                  <a:pt x="233907" y="228957"/>
                  <a:pt x="241935" y="229791"/>
                </a:cubicBezTo>
                <a:lnTo>
                  <a:pt x="310515" y="169783"/>
                </a:lnTo>
                <a:lnTo>
                  <a:pt x="279627" y="147757"/>
                </a:lnTo>
                <a:close/>
                <a:moveTo>
                  <a:pt x="217714" y="533400"/>
                </a:moveTo>
                <a:cubicBezTo>
                  <a:pt x="289810" y="533400"/>
                  <a:pt x="348343" y="482184"/>
                  <a:pt x="348343" y="419100"/>
                </a:cubicBezTo>
                <a:cubicBezTo>
                  <a:pt x="348343" y="356016"/>
                  <a:pt x="289810" y="304800"/>
                  <a:pt x="217714" y="304800"/>
                </a:cubicBezTo>
                <a:cubicBezTo>
                  <a:pt x="145618" y="304800"/>
                  <a:pt x="87086" y="356016"/>
                  <a:pt x="87086" y="419100"/>
                </a:cubicBezTo>
                <a:cubicBezTo>
                  <a:pt x="87086" y="482184"/>
                  <a:pt x="145618" y="533400"/>
                  <a:pt x="217714" y="53340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4318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MOBILITY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9000" y="4762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control via joystick + 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5000" y="3302000"/>
            <a:ext cx="3302000" cy="2032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1" name="Shape 9"/>
          <p:cNvSpPr/>
          <p:nvPr/>
        </p:nvSpPr>
        <p:spPr>
          <a:xfrm>
            <a:off x="5791200" y="355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28468"/>
                </a:moveTo>
                <a:lnTo>
                  <a:pt x="286941" y="103703"/>
                </a:lnTo>
                <a:cubicBezTo>
                  <a:pt x="257175" y="62508"/>
                  <a:pt x="209431" y="38100"/>
                  <a:pt x="158472" y="38100"/>
                </a:cubicBezTo>
                <a:cubicBezTo>
                  <a:pt x="70961" y="38100"/>
                  <a:pt x="0" y="109061"/>
                  <a:pt x="0" y="196572"/>
                </a:cubicBezTo>
                <a:lnTo>
                  <a:pt x="0" y="199668"/>
                </a:lnTo>
                <a:cubicBezTo>
                  <a:pt x="0" y="227767"/>
                  <a:pt x="7382" y="256818"/>
                  <a:pt x="19764" y="285750"/>
                </a:cubicBezTo>
                <a:lnTo>
                  <a:pt x="145971" y="285750"/>
                </a:lnTo>
                <a:cubicBezTo>
                  <a:pt x="149781" y="285750"/>
                  <a:pt x="153233" y="283488"/>
                  <a:pt x="154781" y="279916"/>
                </a:cubicBezTo>
                <a:lnTo>
                  <a:pt x="192643" y="189071"/>
                </a:lnTo>
                <a:cubicBezTo>
                  <a:pt x="197048" y="178594"/>
                  <a:pt x="207288" y="171688"/>
                  <a:pt x="218599" y="171450"/>
                </a:cubicBezTo>
                <a:cubicBezTo>
                  <a:pt x="229910" y="171212"/>
                  <a:pt x="240387" y="177879"/>
                  <a:pt x="245031" y="188238"/>
                </a:cubicBezTo>
                <a:lnTo>
                  <a:pt x="306110" y="323850"/>
                </a:lnTo>
                <a:lnTo>
                  <a:pt x="355402" y="225266"/>
                </a:lnTo>
                <a:cubicBezTo>
                  <a:pt x="360283" y="215622"/>
                  <a:pt x="370165" y="209431"/>
                  <a:pt x="381000" y="209431"/>
                </a:cubicBezTo>
                <a:cubicBezTo>
                  <a:pt x="391835" y="209431"/>
                  <a:pt x="401717" y="215503"/>
                  <a:pt x="406598" y="225266"/>
                </a:cubicBezTo>
                <a:lnTo>
                  <a:pt x="434221" y="280392"/>
                </a:lnTo>
                <a:cubicBezTo>
                  <a:pt x="435888" y="283607"/>
                  <a:pt x="439103" y="285631"/>
                  <a:pt x="442793" y="285631"/>
                </a:cubicBezTo>
                <a:lnTo>
                  <a:pt x="589955" y="285631"/>
                </a:lnTo>
                <a:cubicBezTo>
                  <a:pt x="602456" y="256699"/>
                  <a:pt x="609719" y="227648"/>
                  <a:pt x="609719" y="199549"/>
                </a:cubicBezTo>
                <a:lnTo>
                  <a:pt x="609719" y="196453"/>
                </a:lnTo>
                <a:cubicBezTo>
                  <a:pt x="609600" y="109061"/>
                  <a:pt x="538639" y="38100"/>
                  <a:pt x="451128" y="38100"/>
                </a:cubicBezTo>
                <a:cubicBezTo>
                  <a:pt x="400288" y="38100"/>
                  <a:pt x="352425" y="62508"/>
                  <a:pt x="322659" y="103703"/>
                </a:cubicBezTo>
                <a:lnTo>
                  <a:pt x="304800" y="128349"/>
                </a:lnTo>
                <a:close/>
                <a:moveTo>
                  <a:pt x="559118" y="342900"/>
                </a:moveTo>
                <a:lnTo>
                  <a:pt x="442674" y="342900"/>
                </a:lnTo>
                <a:cubicBezTo>
                  <a:pt x="417433" y="342900"/>
                  <a:pt x="394335" y="328613"/>
                  <a:pt x="383024" y="305991"/>
                </a:cubicBezTo>
                <a:lnTo>
                  <a:pt x="381000" y="301943"/>
                </a:lnTo>
                <a:lnTo>
                  <a:pt x="330398" y="403265"/>
                </a:lnTo>
                <a:cubicBezTo>
                  <a:pt x="325517" y="413147"/>
                  <a:pt x="315278" y="419338"/>
                  <a:pt x="304205" y="419100"/>
                </a:cubicBezTo>
                <a:cubicBezTo>
                  <a:pt x="293132" y="418862"/>
                  <a:pt x="283250" y="412313"/>
                  <a:pt x="278725" y="402312"/>
                </a:cubicBezTo>
                <a:lnTo>
                  <a:pt x="220028" y="271939"/>
                </a:lnTo>
                <a:lnTo>
                  <a:pt x="207526" y="301942"/>
                </a:lnTo>
                <a:cubicBezTo>
                  <a:pt x="197168" y="326827"/>
                  <a:pt x="172879" y="343019"/>
                  <a:pt x="145971" y="343019"/>
                </a:cubicBezTo>
                <a:lnTo>
                  <a:pt x="50483" y="343019"/>
                </a:lnTo>
                <a:cubicBezTo>
                  <a:pt x="106680" y="430887"/>
                  <a:pt x="196929" y="511731"/>
                  <a:pt x="253365" y="554831"/>
                </a:cubicBezTo>
                <a:cubicBezTo>
                  <a:pt x="268129" y="566023"/>
                  <a:pt x="286226" y="571619"/>
                  <a:pt x="304681" y="571619"/>
                </a:cubicBezTo>
                <a:cubicBezTo>
                  <a:pt x="323136" y="571619"/>
                  <a:pt x="341352" y="566142"/>
                  <a:pt x="355997" y="554831"/>
                </a:cubicBezTo>
                <a:cubicBezTo>
                  <a:pt x="412671" y="511612"/>
                  <a:pt x="502920" y="430768"/>
                  <a:pt x="559118" y="34290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318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4762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vital monitoring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0" y="3302000"/>
            <a:ext cx="3302000" cy="2032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474200" y="355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55000" y="4318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55000" y="4762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4-layer protection system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811000" y="3302000"/>
            <a:ext cx="3302000" cy="2032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3157200" y="355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91440" y="133350"/>
                </a:moveTo>
                <a:cubicBezTo>
                  <a:pt x="91440" y="101798"/>
                  <a:pt x="111919" y="76200"/>
                  <a:pt x="137160" y="76200"/>
                </a:cubicBezTo>
                <a:cubicBezTo>
                  <a:pt x="162401" y="76200"/>
                  <a:pt x="182880" y="101798"/>
                  <a:pt x="182880" y="133350"/>
                </a:cubicBezTo>
                <a:lnTo>
                  <a:pt x="182880" y="266700"/>
                </a:lnTo>
                <a:lnTo>
                  <a:pt x="426720" y="266700"/>
                </a:lnTo>
                <a:lnTo>
                  <a:pt x="426720" y="133350"/>
                </a:lnTo>
                <a:cubicBezTo>
                  <a:pt x="426720" y="101798"/>
                  <a:pt x="447199" y="76200"/>
                  <a:pt x="472440" y="76200"/>
                </a:cubicBezTo>
                <a:cubicBezTo>
                  <a:pt x="497681" y="76200"/>
                  <a:pt x="518160" y="101798"/>
                  <a:pt x="518160" y="133350"/>
                </a:cubicBezTo>
                <a:lnTo>
                  <a:pt x="518160" y="152400"/>
                </a:lnTo>
                <a:lnTo>
                  <a:pt x="533400" y="152400"/>
                </a:lnTo>
                <a:cubicBezTo>
                  <a:pt x="558641" y="152400"/>
                  <a:pt x="579120" y="177998"/>
                  <a:pt x="579120" y="209550"/>
                </a:cubicBezTo>
                <a:lnTo>
                  <a:pt x="579120" y="266700"/>
                </a:lnTo>
                <a:cubicBezTo>
                  <a:pt x="595979" y="266700"/>
                  <a:pt x="609600" y="283726"/>
                  <a:pt x="609600" y="304800"/>
                </a:cubicBezTo>
                <a:cubicBezTo>
                  <a:pt x="609600" y="325874"/>
                  <a:pt x="595979" y="342900"/>
                  <a:pt x="579120" y="342900"/>
                </a:cubicBezTo>
                <a:lnTo>
                  <a:pt x="579120" y="400050"/>
                </a:lnTo>
                <a:cubicBezTo>
                  <a:pt x="579120" y="431602"/>
                  <a:pt x="558641" y="457200"/>
                  <a:pt x="533400" y="457200"/>
                </a:cubicBezTo>
                <a:lnTo>
                  <a:pt x="518160" y="457200"/>
                </a:lnTo>
                <a:lnTo>
                  <a:pt x="518160" y="476250"/>
                </a:lnTo>
                <a:cubicBezTo>
                  <a:pt x="518160" y="507802"/>
                  <a:pt x="497681" y="533400"/>
                  <a:pt x="472440" y="533400"/>
                </a:cubicBezTo>
                <a:cubicBezTo>
                  <a:pt x="447199" y="533400"/>
                  <a:pt x="426720" y="507802"/>
                  <a:pt x="426720" y="476250"/>
                </a:cubicBezTo>
                <a:lnTo>
                  <a:pt x="426720" y="342900"/>
                </a:lnTo>
                <a:lnTo>
                  <a:pt x="182880" y="342900"/>
                </a:lnTo>
                <a:lnTo>
                  <a:pt x="182880" y="476250"/>
                </a:lnTo>
                <a:cubicBezTo>
                  <a:pt x="182880" y="507802"/>
                  <a:pt x="162401" y="533400"/>
                  <a:pt x="137160" y="533400"/>
                </a:cubicBezTo>
                <a:cubicBezTo>
                  <a:pt x="111919" y="533400"/>
                  <a:pt x="91440" y="507802"/>
                  <a:pt x="91440" y="476250"/>
                </a:cubicBezTo>
                <a:lnTo>
                  <a:pt x="91440" y="457200"/>
                </a:lnTo>
                <a:lnTo>
                  <a:pt x="76200" y="457200"/>
                </a:lnTo>
                <a:cubicBezTo>
                  <a:pt x="50959" y="457200"/>
                  <a:pt x="30480" y="431602"/>
                  <a:pt x="30480" y="400050"/>
                </a:cubicBezTo>
                <a:lnTo>
                  <a:pt x="30480" y="342900"/>
                </a:lnTo>
                <a:cubicBezTo>
                  <a:pt x="13621" y="342900"/>
                  <a:pt x="0" y="325874"/>
                  <a:pt x="0" y="304800"/>
                </a:cubicBezTo>
                <a:cubicBezTo>
                  <a:pt x="0" y="283726"/>
                  <a:pt x="13621" y="266700"/>
                  <a:pt x="30480" y="266700"/>
                </a:cubicBezTo>
                <a:lnTo>
                  <a:pt x="30480" y="209550"/>
                </a:lnTo>
                <a:cubicBezTo>
                  <a:pt x="30480" y="177998"/>
                  <a:pt x="50959" y="152400"/>
                  <a:pt x="76200" y="152400"/>
                </a:cubicBezTo>
                <a:lnTo>
                  <a:pt x="91440" y="152400"/>
                </a:lnTo>
                <a:lnTo>
                  <a:pt x="91440" y="13335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11938000" y="4318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REHABILITATION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938000" y="4762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EMG muscle activity tracking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6096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via </a:t>
            </a:r>
            <a:r>
              <a:rPr lang="en-US" sz="20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Real-time vitals: </a:t>
            </a:r>
            <a:r>
              <a:rPr lang="en-US" sz="20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HR, SpO2, Temp, EMG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</a:t>
            </a:r>
            <a:r>
              <a:rPr lang="en-US" sz="20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AI-ready</a:t>
            </a:r>
            <a:r>
              <a:rPr lang="en-US" sz="20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146050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26720" y="76200"/>
                </a:moveTo>
                <a:cubicBezTo>
                  <a:pt x="527685" y="76200"/>
                  <a:pt x="609600" y="178594"/>
                  <a:pt x="609600" y="304800"/>
                </a:cubicBezTo>
                <a:cubicBezTo>
                  <a:pt x="609600" y="431006"/>
                  <a:pt x="527685" y="533400"/>
                  <a:pt x="426720" y="533400"/>
                </a:cubicBezTo>
                <a:lnTo>
                  <a:pt x="182880" y="533400"/>
                </a:lnTo>
                <a:cubicBezTo>
                  <a:pt x="81915" y="533400"/>
                  <a:pt x="0" y="431006"/>
                  <a:pt x="0" y="304800"/>
                </a:cubicBezTo>
                <a:cubicBezTo>
                  <a:pt x="0" y="178594"/>
                  <a:pt x="81915" y="76200"/>
                  <a:pt x="182880" y="76200"/>
                </a:cubicBezTo>
                <a:lnTo>
                  <a:pt x="426720" y="76200"/>
                </a:lnTo>
                <a:close/>
                <a:moveTo>
                  <a:pt x="182880" y="209550"/>
                </a:moveTo>
                <a:cubicBezTo>
                  <a:pt x="170212" y="209550"/>
                  <a:pt x="160020" y="222290"/>
                  <a:pt x="160020" y="238125"/>
                </a:cubicBezTo>
                <a:lnTo>
                  <a:pt x="160020" y="276225"/>
                </a:lnTo>
                <a:lnTo>
                  <a:pt x="129540" y="276225"/>
                </a:lnTo>
                <a:cubicBezTo>
                  <a:pt x="116872" y="276225"/>
                  <a:pt x="106680" y="288965"/>
                  <a:pt x="106680" y="304800"/>
                </a:cubicBezTo>
                <a:cubicBezTo>
                  <a:pt x="106680" y="320635"/>
                  <a:pt x="116872" y="333375"/>
                  <a:pt x="129540" y="333375"/>
                </a:cubicBezTo>
                <a:lnTo>
                  <a:pt x="160020" y="333375"/>
                </a:lnTo>
                <a:lnTo>
                  <a:pt x="160020" y="371475"/>
                </a:lnTo>
                <a:cubicBezTo>
                  <a:pt x="160020" y="387310"/>
                  <a:pt x="170212" y="400050"/>
                  <a:pt x="182880" y="400050"/>
                </a:cubicBezTo>
                <a:cubicBezTo>
                  <a:pt x="195548" y="400050"/>
                  <a:pt x="205740" y="387310"/>
                  <a:pt x="205740" y="371475"/>
                </a:cubicBezTo>
                <a:lnTo>
                  <a:pt x="205740" y="333375"/>
                </a:lnTo>
                <a:lnTo>
                  <a:pt x="236220" y="333375"/>
                </a:lnTo>
                <a:cubicBezTo>
                  <a:pt x="248888" y="333375"/>
                  <a:pt x="259080" y="320635"/>
                  <a:pt x="259080" y="304800"/>
                </a:cubicBezTo>
                <a:cubicBezTo>
                  <a:pt x="259080" y="288965"/>
                  <a:pt x="248888" y="276225"/>
                  <a:pt x="236220" y="276225"/>
                </a:cubicBezTo>
                <a:lnTo>
                  <a:pt x="205740" y="276225"/>
                </a:lnTo>
                <a:lnTo>
                  <a:pt x="205740" y="238125"/>
                </a:lnTo>
                <a:cubicBezTo>
                  <a:pt x="205740" y="222290"/>
                  <a:pt x="195548" y="209550"/>
                  <a:pt x="182880" y="209550"/>
                </a:cubicBezTo>
                <a:close/>
                <a:moveTo>
                  <a:pt x="411480" y="323850"/>
                </a:moveTo>
                <a:cubicBezTo>
                  <a:pt x="394658" y="323850"/>
                  <a:pt x="381000" y="340922"/>
                  <a:pt x="381000" y="361950"/>
                </a:cubicBezTo>
                <a:cubicBezTo>
                  <a:pt x="381000" y="382978"/>
                  <a:pt x="394658" y="400050"/>
                  <a:pt x="411480" y="400050"/>
                </a:cubicBezTo>
                <a:cubicBezTo>
                  <a:pt x="428302" y="400050"/>
                  <a:pt x="441960" y="382978"/>
                  <a:pt x="441960" y="361950"/>
                </a:cubicBezTo>
                <a:cubicBezTo>
                  <a:pt x="441960" y="340922"/>
                  <a:pt x="428302" y="323850"/>
                  <a:pt x="411480" y="323850"/>
                </a:cubicBezTo>
                <a:close/>
                <a:moveTo>
                  <a:pt x="472440" y="209550"/>
                </a:moveTo>
                <a:cubicBezTo>
                  <a:pt x="455618" y="209550"/>
                  <a:pt x="441960" y="226622"/>
                  <a:pt x="441960" y="247650"/>
                </a:cubicBezTo>
                <a:cubicBezTo>
                  <a:pt x="441960" y="268678"/>
                  <a:pt x="455618" y="285750"/>
                  <a:pt x="472440" y="285750"/>
                </a:cubicBezTo>
                <a:cubicBezTo>
                  <a:pt x="489262" y="285750"/>
                  <a:pt x="502920" y="268678"/>
                  <a:pt x="502920" y="247650"/>
                </a:cubicBezTo>
                <a:cubicBezTo>
                  <a:pt x="502920" y="226622"/>
                  <a:pt x="489262" y="209550"/>
                  <a:pt x="472440" y="20955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667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11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Joystick + Mobile App via 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1650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114300"/>
                </a:moveTo>
                <a:cubicBezTo>
                  <a:pt x="76200" y="93226"/>
                  <a:pt x="93226" y="76200"/>
                  <a:pt x="114300" y="76200"/>
                </a:cubicBezTo>
                <a:lnTo>
                  <a:pt x="304800" y="76200"/>
                </a:lnTo>
                <a:cubicBezTo>
                  <a:pt x="325874" y="76200"/>
                  <a:pt x="342900" y="93226"/>
                  <a:pt x="342900" y="114300"/>
                </a:cubicBezTo>
                <a:lnTo>
                  <a:pt x="342900" y="457200"/>
                </a:lnTo>
                <a:lnTo>
                  <a:pt x="457200" y="457200"/>
                </a:lnTo>
                <a:lnTo>
                  <a:pt x="457200" y="304800"/>
                </a:lnTo>
                <a:cubicBezTo>
                  <a:pt x="457200" y="283726"/>
                  <a:pt x="474226" y="266700"/>
                  <a:pt x="495300" y="266700"/>
                </a:cubicBez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533400" y="342900"/>
                </a:lnTo>
                <a:lnTo>
                  <a:pt x="533400" y="495300"/>
                </a:lnTo>
                <a:cubicBezTo>
                  <a:pt x="533400" y="516374"/>
                  <a:pt x="516374" y="533400"/>
                  <a:pt x="495300" y="533400"/>
                </a:cubicBezTo>
                <a:lnTo>
                  <a:pt x="304800" y="533400"/>
                </a:lnTo>
                <a:cubicBezTo>
                  <a:pt x="283726" y="533400"/>
                  <a:pt x="266700" y="516374"/>
                  <a:pt x="266700" y="495300"/>
                </a:cubicBezTo>
                <a:lnTo>
                  <a:pt x="266700" y="152400"/>
                </a:lnTo>
                <a:lnTo>
                  <a:pt x="152400" y="152400"/>
                </a:lnTo>
                <a:lnTo>
                  <a:pt x="152400" y="304800"/>
                </a:lnTo>
                <a:cubicBezTo>
                  <a:pt x="152400" y="325874"/>
                  <a:pt x="135374" y="342900"/>
                  <a:pt x="114300" y="342900"/>
                </a:cubicBezTo>
                <a:lnTo>
                  <a:pt x="38100" y="342900"/>
                </a:lnTo>
                <a:cubicBezTo>
                  <a:pt x="17026" y="342900"/>
                  <a:pt x="0" y="325874"/>
                  <a:pt x="0" y="304800"/>
                </a:cubicBezTo>
                <a:cubicBezTo>
                  <a:pt x="0" y="283726"/>
                  <a:pt x="17026" y="266700"/>
                  <a:pt x="38100" y="266700"/>
                </a:cubicBezTo>
                <a:lnTo>
                  <a:pt x="76200" y="266700"/>
                </a:lnTo>
                <a:lnTo>
                  <a:pt x="76200" y="11430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2667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VITAL MONITORING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18000" y="3111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HR, SpO2, Temperature, EMG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7250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874000" y="2667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MULTI-LAYER SAFETY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74000" y="3111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Obstacle, Fall, Temp, Battery alerts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12850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91440" y="133350"/>
                </a:moveTo>
                <a:cubicBezTo>
                  <a:pt x="91440" y="101798"/>
                  <a:pt x="111919" y="76200"/>
                  <a:pt x="137160" y="76200"/>
                </a:cubicBezTo>
                <a:cubicBezTo>
                  <a:pt x="162401" y="76200"/>
                  <a:pt x="182880" y="101798"/>
                  <a:pt x="182880" y="133350"/>
                </a:cubicBezTo>
                <a:lnTo>
                  <a:pt x="182880" y="266700"/>
                </a:lnTo>
                <a:lnTo>
                  <a:pt x="426720" y="266700"/>
                </a:lnTo>
                <a:lnTo>
                  <a:pt x="426720" y="133350"/>
                </a:lnTo>
                <a:cubicBezTo>
                  <a:pt x="426720" y="101798"/>
                  <a:pt x="447199" y="76200"/>
                  <a:pt x="472440" y="76200"/>
                </a:cubicBezTo>
                <a:cubicBezTo>
                  <a:pt x="497681" y="76200"/>
                  <a:pt x="518160" y="101798"/>
                  <a:pt x="518160" y="133350"/>
                </a:cubicBezTo>
                <a:lnTo>
                  <a:pt x="518160" y="152400"/>
                </a:lnTo>
                <a:lnTo>
                  <a:pt x="533400" y="152400"/>
                </a:lnTo>
                <a:cubicBezTo>
                  <a:pt x="558641" y="152400"/>
                  <a:pt x="579120" y="177998"/>
                  <a:pt x="579120" y="209550"/>
                </a:cubicBezTo>
                <a:lnTo>
                  <a:pt x="579120" y="266700"/>
                </a:lnTo>
                <a:cubicBezTo>
                  <a:pt x="595979" y="266700"/>
                  <a:pt x="609600" y="283726"/>
                  <a:pt x="609600" y="304800"/>
                </a:cubicBezTo>
                <a:cubicBezTo>
                  <a:pt x="609600" y="325874"/>
                  <a:pt x="595979" y="342900"/>
                  <a:pt x="579120" y="342900"/>
                </a:cubicBezTo>
                <a:lnTo>
                  <a:pt x="579120" y="400050"/>
                </a:lnTo>
                <a:cubicBezTo>
                  <a:pt x="579120" y="431602"/>
                  <a:pt x="558641" y="457200"/>
                  <a:pt x="533400" y="457200"/>
                </a:cubicBezTo>
                <a:lnTo>
                  <a:pt x="518160" y="457200"/>
                </a:lnTo>
                <a:lnTo>
                  <a:pt x="518160" y="476250"/>
                </a:lnTo>
                <a:cubicBezTo>
                  <a:pt x="518160" y="507802"/>
                  <a:pt x="497681" y="533400"/>
                  <a:pt x="472440" y="533400"/>
                </a:cubicBezTo>
                <a:cubicBezTo>
                  <a:pt x="447199" y="533400"/>
                  <a:pt x="426720" y="507802"/>
                  <a:pt x="426720" y="476250"/>
                </a:cubicBezTo>
                <a:lnTo>
                  <a:pt x="426720" y="342900"/>
                </a:lnTo>
                <a:lnTo>
                  <a:pt x="182880" y="342900"/>
                </a:lnTo>
                <a:lnTo>
                  <a:pt x="182880" y="476250"/>
                </a:lnTo>
                <a:cubicBezTo>
                  <a:pt x="182880" y="507802"/>
                  <a:pt x="162401" y="533400"/>
                  <a:pt x="137160" y="533400"/>
                </a:cubicBezTo>
                <a:cubicBezTo>
                  <a:pt x="111919" y="533400"/>
                  <a:pt x="91440" y="507802"/>
                  <a:pt x="91440" y="476250"/>
                </a:cubicBezTo>
                <a:lnTo>
                  <a:pt x="91440" y="457200"/>
                </a:lnTo>
                <a:lnTo>
                  <a:pt x="76200" y="457200"/>
                </a:lnTo>
                <a:cubicBezTo>
                  <a:pt x="50959" y="457200"/>
                  <a:pt x="30480" y="431602"/>
                  <a:pt x="30480" y="400050"/>
                </a:cubicBezTo>
                <a:lnTo>
                  <a:pt x="30480" y="342900"/>
                </a:lnTo>
                <a:cubicBezTo>
                  <a:pt x="13621" y="342900"/>
                  <a:pt x="0" y="325874"/>
                  <a:pt x="0" y="304800"/>
                </a:cubicBezTo>
                <a:cubicBezTo>
                  <a:pt x="0" y="283726"/>
                  <a:pt x="13621" y="266700"/>
                  <a:pt x="30480" y="266700"/>
                </a:cubicBezTo>
                <a:lnTo>
                  <a:pt x="30480" y="209550"/>
                </a:lnTo>
                <a:cubicBezTo>
                  <a:pt x="30480" y="177998"/>
                  <a:pt x="50959" y="152400"/>
                  <a:pt x="76200" y="152400"/>
                </a:cubicBezTo>
                <a:lnTo>
                  <a:pt x="91440" y="152400"/>
                </a:lnTo>
                <a:lnTo>
                  <a:pt x="91440" y="13335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0" y="2667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REHABILITATION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0" y="3111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EMG muscle activity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8500" y="469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400" y="76200"/>
                </a:moveTo>
                <a:cubicBezTo>
                  <a:pt x="25400" y="34171"/>
                  <a:pt x="70961" y="0"/>
                  <a:pt x="127000" y="0"/>
                </a:cubicBezTo>
                <a:lnTo>
                  <a:pt x="482600" y="0"/>
                </a:lnTo>
                <a:cubicBezTo>
                  <a:pt x="538639" y="0"/>
                  <a:pt x="584200" y="34171"/>
                  <a:pt x="584200" y="76200"/>
                </a:cubicBezTo>
                <a:lnTo>
                  <a:pt x="584200" y="533400"/>
                </a:lnTo>
                <a:cubicBezTo>
                  <a:pt x="584200" y="575429"/>
                  <a:pt x="538639" y="609600"/>
                  <a:pt x="482600" y="609600"/>
                </a:cubicBezTo>
                <a:lnTo>
                  <a:pt x="127000" y="609600"/>
                </a:lnTo>
                <a:cubicBezTo>
                  <a:pt x="70961" y="609600"/>
                  <a:pt x="25400" y="575429"/>
                  <a:pt x="25400" y="533400"/>
                </a:cubicBezTo>
                <a:lnTo>
                  <a:pt x="25400" y="76200"/>
                </a:lnTo>
                <a:close/>
                <a:moveTo>
                  <a:pt x="127000" y="76200"/>
                </a:moveTo>
                <a:lnTo>
                  <a:pt x="127000" y="438150"/>
                </a:lnTo>
                <a:lnTo>
                  <a:pt x="482600" y="438150"/>
                </a:lnTo>
                <a:lnTo>
                  <a:pt x="482600" y="76200"/>
                </a:lnTo>
                <a:lnTo>
                  <a:pt x="127000" y="76200"/>
                </a:lnTo>
                <a:close/>
                <a:moveTo>
                  <a:pt x="304800" y="561975"/>
                </a:moveTo>
                <a:cubicBezTo>
                  <a:pt x="332899" y="561975"/>
                  <a:pt x="355600" y="544949"/>
                  <a:pt x="355600" y="523875"/>
                </a:cubicBezTo>
                <a:cubicBezTo>
                  <a:pt x="355600" y="502801"/>
                  <a:pt x="332899" y="485775"/>
                  <a:pt x="304800" y="485775"/>
                </a:cubicBezTo>
                <a:cubicBezTo>
                  <a:pt x="276701" y="485775"/>
                  <a:pt x="254000" y="502801"/>
                  <a:pt x="254000" y="523875"/>
                </a:cubicBezTo>
                <a:cubicBezTo>
                  <a:pt x="254000" y="544949"/>
                  <a:pt x="276701" y="561975"/>
                  <a:pt x="304800" y="56197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540000" y="5461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40000" y="5905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control &amp; monitoring dashboard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42500" y="469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1010" y="-11787"/>
                </a:moveTo>
                <a:cubicBezTo>
                  <a:pt x="477203" y="-1548"/>
                  <a:pt x="483190" y="17026"/>
                  <a:pt x="475842" y="33218"/>
                </a:cubicBezTo>
                <a:lnTo>
                  <a:pt x="369162" y="266700"/>
                </a:lnTo>
                <a:lnTo>
                  <a:pt x="566057" y="266700"/>
                </a:lnTo>
                <a:cubicBezTo>
                  <a:pt x="584427" y="266700"/>
                  <a:pt x="600755" y="276701"/>
                  <a:pt x="607015" y="291822"/>
                </a:cubicBezTo>
                <a:cubicBezTo>
                  <a:pt x="613274" y="306943"/>
                  <a:pt x="607967" y="323850"/>
                  <a:pt x="593952" y="334089"/>
                </a:cubicBezTo>
                <a:lnTo>
                  <a:pt x="202066" y="619839"/>
                </a:lnTo>
                <a:cubicBezTo>
                  <a:pt x="186690" y="631031"/>
                  <a:pt x="164783" y="631627"/>
                  <a:pt x="148590" y="621387"/>
                </a:cubicBezTo>
                <a:cubicBezTo>
                  <a:pt x="132398" y="611148"/>
                  <a:pt x="126410" y="592574"/>
                  <a:pt x="133758" y="576382"/>
                </a:cubicBezTo>
                <a:lnTo>
                  <a:pt x="240438" y="342900"/>
                </a:lnTo>
                <a:lnTo>
                  <a:pt x="43543" y="342900"/>
                </a:lnTo>
                <a:cubicBezTo>
                  <a:pt x="25173" y="342900"/>
                  <a:pt x="8845" y="332899"/>
                  <a:pt x="2585" y="317778"/>
                </a:cubicBezTo>
                <a:cubicBezTo>
                  <a:pt x="-3674" y="302657"/>
                  <a:pt x="1633" y="285750"/>
                  <a:pt x="15648" y="275511"/>
                </a:cubicBezTo>
                <a:lnTo>
                  <a:pt x="407534" y="-10239"/>
                </a:lnTo>
                <a:cubicBezTo>
                  <a:pt x="422910" y="-21431"/>
                  <a:pt x="444818" y="-22027"/>
                  <a:pt x="461010" y="-11787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5461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HEAVY DUTY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59055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Steel chassis, 100kg, 8km/h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736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7620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MOBILITY + HEALTHCARE + SAFETY + REHABILITATION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2540000" cy="127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727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400" y="76200"/>
                </a:moveTo>
                <a:cubicBezTo>
                  <a:pt x="25400" y="34171"/>
                  <a:pt x="70961" y="0"/>
                  <a:pt x="127000" y="0"/>
                </a:cubicBezTo>
                <a:lnTo>
                  <a:pt x="482600" y="0"/>
                </a:lnTo>
                <a:cubicBezTo>
                  <a:pt x="538639" y="0"/>
                  <a:pt x="584200" y="34171"/>
                  <a:pt x="584200" y="76200"/>
                </a:cubicBezTo>
                <a:lnTo>
                  <a:pt x="584200" y="533400"/>
                </a:lnTo>
                <a:cubicBezTo>
                  <a:pt x="584200" y="575429"/>
                  <a:pt x="538639" y="609600"/>
                  <a:pt x="482600" y="609600"/>
                </a:cubicBezTo>
                <a:lnTo>
                  <a:pt x="127000" y="609600"/>
                </a:lnTo>
                <a:cubicBezTo>
                  <a:pt x="70961" y="609600"/>
                  <a:pt x="25400" y="575429"/>
                  <a:pt x="25400" y="533400"/>
                </a:cubicBezTo>
                <a:lnTo>
                  <a:pt x="25400" y="76200"/>
                </a:lnTo>
                <a:close/>
                <a:moveTo>
                  <a:pt x="127000" y="76200"/>
                </a:moveTo>
                <a:lnTo>
                  <a:pt x="127000" y="438150"/>
                </a:lnTo>
                <a:lnTo>
                  <a:pt x="482600" y="438150"/>
                </a:lnTo>
                <a:lnTo>
                  <a:pt x="482600" y="76200"/>
                </a:lnTo>
                <a:lnTo>
                  <a:pt x="127000" y="76200"/>
                </a:lnTo>
                <a:close/>
                <a:moveTo>
                  <a:pt x="304800" y="561975"/>
                </a:moveTo>
                <a:cubicBezTo>
                  <a:pt x="332899" y="561975"/>
                  <a:pt x="355600" y="544949"/>
                  <a:pt x="355600" y="523875"/>
                </a:cubicBezTo>
                <a:cubicBezTo>
                  <a:pt x="355600" y="502801"/>
                  <a:pt x="332899" y="485775"/>
                  <a:pt x="304800" y="485775"/>
                </a:cubicBezTo>
                <a:cubicBezTo>
                  <a:pt x="276701" y="485775"/>
                  <a:pt x="254000" y="502801"/>
                  <a:pt x="254000" y="523875"/>
                </a:cubicBezTo>
                <a:cubicBezTo>
                  <a:pt x="254000" y="544949"/>
                  <a:pt x="276701" y="561975"/>
                  <a:pt x="304800" y="5619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857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02000" y="2603500"/>
            <a:ext cx="1016000" cy="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3429000" y="22225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8000" y="2032000"/>
            <a:ext cx="2540000" cy="1270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0" name="Shape 8"/>
          <p:cNvSpPr/>
          <p:nvPr/>
        </p:nvSpPr>
        <p:spPr>
          <a:xfrm>
            <a:off x="5283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9550" y="28575"/>
                </a:moveTo>
                <a:cubicBezTo>
                  <a:pt x="209550" y="12740"/>
                  <a:pt x="196810" y="0"/>
                  <a:pt x="180975" y="0"/>
                </a:cubicBezTo>
                <a:cubicBezTo>
                  <a:pt x="165140" y="0"/>
                  <a:pt x="152400" y="12740"/>
                  <a:pt x="152400" y="28575"/>
                </a:cubicBezTo>
                <a:lnTo>
                  <a:pt x="152400" y="76200"/>
                </a:lnTo>
                <a:cubicBezTo>
                  <a:pt x="110371" y="76200"/>
                  <a:pt x="76200" y="110371"/>
                  <a:pt x="76200" y="152400"/>
                </a:cubicBezTo>
                <a:lnTo>
                  <a:pt x="28575" y="152400"/>
                </a:lnTo>
                <a:cubicBezTo>
                  <a:pt x="12740" y="152400"/>
                  <a:pt x="0" y="165140"/>
                  <a:pt x="0" y="180975"/>
                </a:cubicBezTo>
                <a:cubicBezTo>
                  <a:pt x="0" y="196810"/>
                  <a:pt x="12740" y="209550"/>
                  <a:pt x="28575" y="209550"/>
                </a:cubicBezTo>
                <a:lnTo>
                  <a:pt x="76200" y="209550"/>
                </a:lnTo>
                <a:lnTo>
                  <a:pt x="76200" y="276225"/>
                </a:lnTo>
                <a:lnTo>
                  <a:pt x="28575" y="276225"/>
                </a:lnTo>
                <a:cubicBezTo>
                  <a:pt x="12740" y="276225"/>
                  <a:pt x="0" y="288965"/>
                  <a:pt x="0" y="304800"/>
                </a:cubicBezTo>
                <a:cubicBezTo>
                  <a:pt x="0" y="320635"/>
                  <a:pt x="12740" y="333375"/>
                  <a:pt x="28575" y="333375"/>
                </a:cubicBezTo>
                <a:lnTo>
                  <a:pt x="76200" y="333375"/>
                </a:lnTo>
                <a:lnTo>
                  <a:pt x="76200" y="400050"/>
                </a:lnTo>
                <a:lnTo>
                  <a:pt x="28575" y="400050"/>
                </a:lnTo>
                <a:cubicBezTo>
                  <a:pt x="12740" y="400050"/>
                  <a:pt x="0" y="412790"/>
                  <a:pt x="0" y="428625"/>
                </a:cubicBezTo>
                <a:cubicBezTo>
                  <a:pt x="0" y="444460"/>
                  <a:pt x="12740" y="457200"/>
                  <a:pt x="28575" y="457200"/>
                </a:cubicBezTo>
                <a:lnTo>
                  <a:pt x="76200" y="457200"/>
                </a:lnTo>
                <a:cubicBezTo>
                  <a:pt x="76200" y="499229"/>
                  <a:pt x="110371" y="533400"/>
                  <a:pt x="152400" y="533400"/>
                </a:cubicBezTo>
                <a:lnTo>
                  <a:pt x="152400" y="581025"/>
                </a:lnTo>
                <a:cubicBezTo>
                  <a:pt x="152400" y="596860"/>
                  <a:pt x="165140" y="609600"/>
                  <a:pt x="180975" y="609600"/>
                </a:cubicBezTo>
                <a:cubicBezTo>
                  <a:pt x="196810" y="609600"/>
                  <a:pt x="209550" y="596860"/>
                  <a:pt x="209550" y="581025"/>
                </a:cubicBezTo>
                <a:lnTo>
                  <a:pt x="209550" y="533400"/>
                </a:lnTo>
                <a:lnTo>
                  <a:pt x="276225" y="533400"/>
                </a:lnTo>
                <a:lnTo>
                  <a:pt x="276225" y="581025"/>
                </a:lnTo>
                <a:cubicBezTo>
                  <a:pt x="276225" y="596860"/>
                  <a:pt x="288965" y="609600"/>
                  <a:pt x="304800" y="609600"/>
                </a:cubicBezTo>
                <a:cubicBezTo>
                  <a:pt x="320635" y="609600"/>
                  <a:pt x="333375" y="596860"/>
                  <a:pt x="333375" y="581025"/>
                </a:cubicBezTo>
                <a:lnTo>
                  <a:pt x="333375" y="533400"/>
                </a:lnTo>
                <a:lnTo>
                  <a:pt x="400050" y="533400"/>
                </a:lnTo>
                <a:lnTo>
                  <a:pt x="400050" y="581025"/>
                </a:lnTo>
                <a:cubicBezTo>
                  <a:pt x="400050" y="596860"/>
                  <a:pt x="412790" y="609600"/>
                  <a:pt x="428625" y="609600"/>
                </a:cubicBezTo>
                <a:cubicBezTo>
                  <a:pt x="444460" y="609600"/>
                  <a:pt x="457200" y="596860"/>
                  <a:pt x="457200" y="581025"/>
                </a:cubicBezTo>
                <a:lnTo>
                  <a:pt x="457200" y="533400"/>
                </a:lnTo>
                <a:cubicBezTo>
                  <a:pt x="499229" y="533400"/>
                  <a:pt x="533400" y="499229"/>
                  <a:pt x="533400" y="457200"/>
                </a:cubicBezTo>
                <a:lnTo>
                  <a:pt x="581025" y="457200"/>
                </a:lnTo>
                <a:cubicBezTo>
                  <a:pt x="596860" y="457200"/>
                  <a:pt x="609600" y="444460"/>
                  <a:pt x="609600" y="428625"/>
                </a:cubicBezTo>
                <a:cubicBezTo>
                  <a:pt x="609600" y="412790"/>
                  <a:pt x="596860" y="400050"/>
                  <a:pt x="581025" y="400050"/>
                </a:cubicBezTo>
                <a:lnTo>
                  <a:pt x="533400" y="400050"/>
                </a:lnTo>
                <a:lnTo>
                  <a:pt x="533400" y="333375"/>
                </a:lnTo>
                <a:lnTo>
                  <a:pt x="581025" y="333375"/>
                </a:lnTo>
                <a:cubicBezTo>
                  <a:pt x="596860" y="333375"/>
                  <a:pt x="609600" y="320635"/>
                  <a:pt x="609600" y="304800"/>
                </a:cubicBezTo>
                <a:cubicBezTo>
                  <a:pt x="609600" y="288965"/>
                  <a:pt x="596860" y="276225"/>
                  <a:pt x="581025" y="276225"/>
                </a:cubicBezTo>
                <a:lnTo>
                  <a:pt x="533400" y="276225"/>
                </a:lnTo>
                <a:lnTo>
                  <a:pt x="533400" y="209550"/>
                </a:lnTo>
                <a:lnTo>
                  <a:pt x="581025" y="209550"/>
                </a:lnTo>
                <a:cubicBezTo>
                  <a:pt x="596860" y="209550"/>
                  <a:pt x="609600" y="196810"/>
                  <a:pt x="609600" y="180975"/>
                </a:cubicBezTo>
                <a:cubicBezTo>
                  <a:pt x="609600" y="165140"/>
                  <a:pt x="596860" y="152400"/>
                  <a:pt x="581025" y="152400"/>
                </a:cubicBezTo>
                <a:lnTo>
                  <a:pt x="533400" y="152400"/>
                </a:lnTo>
                <a:cubicBezTo>
                  <a:pt x="533400" y="110371"/>
                  <a:pt x="499229" y="76200"/>
                  <a:pt x="457200" y="76200"/>
                </a:cubicBezTo>
                <a:lnTo>
                  <a:pt x="457200" y="28575"/>
                </a:lnTo>
                <a:cubicBezTo>
                  <a:pt x="457200" y="12740"/>
                  <a:pt x="444460" y="0"/>
                  <a:pt x="428625" y="0"/>
                </a:cubicBezTo>
                <a:cubicBezTo>
                  <a:pt x="412790" y="0"/>
                  <a:pt x="400050" y="12740"/>
                  <a:pt x="400050" y="28575"/>
                </a:cubicBezTo>
                <a:lnTo>
                  <a:pt x="400050" y="76200"/>
                </a:lnTo>
                <a:lnTo>
                  <a:pt x="333375" y="76200"/>
                </a:lnTo>
                <a:lnTo>
                  <a:pt x="333375" y="28575"/>
                </a:lnTo>
                <a:cubicBezTo>
                  <a:pt x="333375" y="12740"/>
                  <a:pt x="320635" y="0"/>
                  <a:pt x="304800" y="0"/>
                </a:cubicBezTo>
                <a:cubicBezTo>
                  <a:pt x="288965" y="0"/>
                  <a:pt x="276225" y="12740"/>
                  <a:pt x="276225" y="28575"/>
                </a:cubicBezTo>
                <a:lnTo>
                  <a:pt x="276225" y="76200"/>
                </a:lnTo>
                <a:lnTo>
                  <a:pt x="209550" y="76200"/>
                </a:lnTo>
                <a:lnTo>
                  <a:pt x="209550" y="28575"/>
                </a:lnTo>
                <a:close/>
                <a:moveTo>
                  <a:pt x="190500" y="152400"/>
                </a:moveTo>
                <a:lnTo>
                  <a:pt x="419100" y="152400"/>
                </a:lnTo>
                <a:cubicBezTo>
                  <a:pt x="440174" y="152400"/>
                  <a:pt x="457200" y="169426"/>
                  <a:pt x="457200" y="190500"/>
                </a:cubicBezTo>
                <a:lnTo>
                  <a:pt x="457200" y="419100"/>
                </a:lnTo>
                <a:cubicBezTo>
                  <a:pt x="457200" y="440174"/>
                  <a:pt x="440174" y="457200"/>
                  <a:pt x="419100" y="457200"/>
                </a:cubicBezTo>
                <a:lnTo>
                  <a:pt x="190500" y="457200"/>
                </a:lnTo>
                <a:cubicBezTo>
                  <a:pt x="169426" y="457200"/>
                  <a:pt x="152400" y="440174"/>
                  <a:pt x="152400" y="419100"/>
                </a:cubicBezTo>
                <a:lnTo>
                  <a:pt x="152400" y="190500"/>
                </a:lnTo>
                <a:cubicBezTo>
                  <a:pt x="152400" y="169426"/>
                  <a:pt x="169426" y="152400"/>
                  <a:pt x="190500" y="152400"/>
                </a:cubicBezTo>
                <a:close/>
                <a:moveTo>
                  <a:pt x="209550" y="209550"/>
                </a:moveTo>
                <a:lnTo>
                  <a:pt x="209550" y="400050"/>
                </a:lnTo>
                <a:lnTo>
                  <a:pt x="400050" y="400050"/>
                </a:lnTo>
                <a:lnTo>
                  <a:pt x="400050" y="209550"/>
                </a:lnTo>
                <a:lnTo>
                  <a:pt x="209550" y="20955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318000" y="2857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ESP32-S3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0" y="3302000"/>
            <a:ext cx="0" cy="76200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858000" y="2603500"/>
            <a:ext cx="762000" cy="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620000" y="1778000"/>
            <a:ext cx="7874000" cy="1778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0" y="18415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34E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 ARRAY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37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47000" y="28194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HR/SpO2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80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135890" y="0"/>
                  <a:pt x="81280" y="34131"/>
                  <a:pt x="81280" y="76200"/>
                </a:cubicBezTo>
                <a:lnTo>
                  <a:pt x="81280" y="206931"/>
                </a:lnTo>
                <a:cubicBezTo>
                  <a:pt x="43815" y="227806"/>
                  <a:pt x="20320" y="258286"/>
                  <a:pt x="20320" y="292100"/>
                </a:cubicBezTo>
                <a:cubicBezTo>
                  <a:pt x="20320" y="355203"/>
                  <a:pt x="102235" y="406400"/>
                  <a:pt x="203200" y="406400"/>
                </a:cubicBezTo>
                <a:cubicBezTo>
                  <a:pt x="304165" y="406400"/>
                  <a:pt x="386080" y="355203"/>
                  <a:pt x="386080" y="292100"/>
                </a:cubicBezTo>
                <a:cubicBezTo>
                  <a:pt x="386080" y="258286"/>
                  <a:pt x="362585" y="227806"/>
                  <a:pt x="325120" y="206931"/>
                </a:cubicBezTo>
                <a:lnTo>
                  <a:pt x="325120" y="76200"/>
                </a:lnTo>
                <a:cubicBezTo>
                  <a:pt x="325120" y="34131"/>
                  <a:pt x="270510" y="0"/>
                  <a:pt x="203200" y="0"/>
                </a:cubicBezTo>
                <a:close/>
                <a:moveTo>
                  <a:pt x="284480" y="292100"/>
                </a:moveTo>
                <a:cubicBezTo>
                  <a:pt x="284480" y="320119"/>
                  <a:pt x="248031" y="342900"/>
                  <a:pt x="203200" y="342900"/>
                </a:cubicBezTo>
                <a:cubicBezTo>
                  <a:pt x="158369" y="342900"/>
                  <a:pt x="121920" y="320119"/>
                  <a:pt x="121920" y="292100"/>
                </a:cubicBezTo>
                <a:cubicBezTo>
                  <a:pt x="121920" y="270748"/>
                  <a:pt x="142875" y="252492"/>
                  <a:pt x="172720" y="245031"/>
                </a:cubicBezTo>
                <a:lnTo>
                  <a:pt x="172720" y="171450"/>
                </a:lnTo>
                <a:cubicBezTo>
                  <a:pt x="172720" y="160893"/>
                  <a:pt x="186309" y="152400"/>
                  <a:pt x="203200" y="152400"/>
                </a:cubicBezTo>
                <a:cubicBezTo>
                  <a:pt x="220091" y="152400"/>
                  <a:pt x="233680" y="160893"/>
                  <a:pt x="233680" y="171450"/>
                </a:cubicBezTo>
                <a:lnTo>
                  <a:pt x="233680" y="245031"/>
                </a:lnTo>
                <a:cubicBezTo>
                  <a:pt x="263525" y="252571"/>
                  <a:pt x="284480" y="270828"/>
                  <a:pt x="284480" y="2921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28194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23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3000" y="28194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366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79" y="152400"/>
                </a:moveTo>
                <a:lnTo>
                  <a:pt x="387350" y="152400"/>
                </a:lnTo>
                <a:cubicBezTo>
                  <a:pt x="397907" y="152400"/>
                  <a:pt x="406400" y="143907"/>
                  <a:pt x="406400" y="133350"/>
                </a:cubicBezTo>
                <a:lnTo>
                  <a:pt x="406400" y="19050"/>
                </a:lnTo>
                <a:cubicBezTo>
                  <a:pt x="406400" y="11351"/>
                  <a:pt x="401796" y="4366"/>
                  <a:pt x="394652" y="1429"/>
                </a:cubicBezTo>
                <a:cubicBezTo>
                  <a:pt x="387509" y="-1508"/>
                  <a:pt x="379333" y="159"/>
                  <a:pt x="373856" y="5556"/>
                </a:cubicBezTo>
                <a:lnTo>
                  <a:pt x="332819" y="46673"/>
                </a:lnTo>
                <a:cubicBezTo>
                  <a:pt x="297656" y="17542"/>
                  <a:pt x="252413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ubicBezTo>
                  <a:pt x="62865" y="107553"/>
                  <a:pt x="126444" y="50800"/>
                  <a:pt x="203200" y="50800"/>
                </a:cubicBezTo>
                <a:cubicBezTo>
                  <a:pt x="238442" y="50800"/>
                  <a:pt x="270828" y="62706"/>
                  <a:pt x="296624" y="82788"/>
                </a:cubicBezTo>
                <a:lnTo>
                  <a:pt x="259556" y="119856"/>
                </a:lnTo>
                <a:cubicBezTo>
                  <a:pt x="254079" y="125333"/>
                  <a:pt x="252492" y="133509"/>
                  <a:pt x="255429" y="140652"/>
                </a:cubicBezTo>
                <a:cubicBezTo>
                  <a:pt x="258366" y="147796"/>
                  <a:pt x="265351" y="152400"/>
                  <a:pt x="273050" y="152400"/>
                </a:cubicBezTo>
                <a:lnTo>
                  <a:pt x="381079" y="152400"/>
                </a:lnTo>
                <a:close/>
                <a:moveTo>
                  <a:pt x="404416" y="232172"/>
                </a:moveTo>
                <a:cubicBezTo>
                  <a:pt x="406400" y="218281"/>
                  <a:pt x="396716" y="205423"/>
                  <a:pt x="382905" y="203438"/>
                </a:cubicBezTo>
                <a:cubicBezTo>
                  <a:pt x="369094" y="201454"/>
                  <a:pt x="356156" y="211138"/>
                  <a:pt x="354171" y="224949"/>
                </a:cubicBezTo>
                <a:cubicBezTo>
                  <a:pt x="343614" y="298768"/>
                  <a:pt x="280035" y="355521"/>
                  <a:pt x="203279" y="355521"/>
                </a:cubicBezTo>
                <a:cubicBezTo>
                  <a:pt x="168037" y="355521"/>
                  <a:pt x="135652" y="343614"/>
                  <a:pt x="109855" y="323533"/>
                </a:cubicBezTo>
                <a:lnTo>
                  <a:pt x="146844" y="286544"/>
                </a:lnTo>
                <a:cubicBezTo>
                  <a:pt x="152321" y="281067"/>
                  <a:pt x="153908" y="272891"/>
                  <a:pt x="150971" y="265748"/>
                </a:cubicBezTo>
                <a:cubicBezTo>
                  <a:pt x="148034" y="258604"/>
                  <a:pt x="141049" y="254000"/>
                  <a:pt x="133350" y="254000"/>
                </a:cubicBezTo>
                <a:lnTo>
                  <a:pt x="19050" y="254000"/>
                </a:lnTo>
                <a:cubicBezTo>
                  <a:pt x="8493" y="254000"/>
                  <a:pt x="0" y="262493"/>
                  <a:pt x="0" y="273050"/>
                </a:cubicBezTo>
                <a:lnTo>
                  <a:pt x="0" y="387350"/>
                </a:lnTo>
                <a:cubicBezTo>
                  <a:pt x="0" y="395049"/>
                  <a:pt x="4604" y="402034"/>
                  <a:pt x="11748" y="404971"/>
                </a:cubicBezTo>
                <a:cubicBezTo>
                  <a:pt x="18891" y="407908"/>
                  <a:pt x="27067" y="406241"/>
                  <a:pt x="32544" y="400844"/>
                </a:cubicBezTo>
                <a:lnTo>
                  <a:pt x="73660" y="359728"/>
                </a:lnTo>
                <a:cubicBezTo>
                  <a:pt x="108744" y="388858"/>
                  <a:pt x="153988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11176000" y="28194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509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2018" y="9128"/>
                </a:moveTo>
                <a:cubicBezTo>
                  <a:pt x="54046" y="3651"/>
                  <a:pt x="43603" y="6588"/>
                  <a:pt x="38735" y="15558"/>
                </a:cubicBezTo>
                <a:cubicBezTo>
                  <a:pt x="21237" y="48101"/>
                  <a:pt x="11218" y="86281"/>
                  <a:pt x="11218" y="127000"/>
                </a:cubicBezTo>
                <a:cubicBezTo>
                  <a:pt x="11218" y="167719"/>
                  <a:pt x="21237" y="205899"/>
                  <a:pt x="38735" y="238442"/>
                </a:cubicBezTo>
                <a:cubicBezTo>
                  <a:pt x="43603" y="247412"/>
                  <a:pt x="53975" y="250349"/>
                  <a:pt x="62018" y="244872"/>
                </a:cubicBezTo>
                <a:cubicBezTo>
                  <a:pt x="70062" y="239395"/>
                  <a:pt x="72602" y="227727"/>
                  <a:pt x="67733" y="218678"/>
                </a:cubicBezTo>
                <a:cubicBezTo>
                  <a:pt x="53411" y="192008"/>
                  <a:pt x="45156" y="160576"/>
                  <a:pt x="45156" y="127000"/>
                </a:cubicBezTo>
                <a:cubicBezTo>
                  <a:pt x="45156" y="93424"/>
                  <a:pt x="53411" y="61992"/>
                  <a:pt x="67804" y="35243"/>
                </a:cubicBezTo>
                <a:cubicBezTo>
                  <a:pt x="72672" y="26273"/>
                  <a:pt x="70062" y="14526"/>
                  <a:pt x="62089" y="9049"/>
                </a:cubicBezTo>
                <a:close/>
                <a:moveTo>
                  <a:pt x="344311" y="9128"/>
                </a:moveTo>
                <a:cubicBezTo>
                  <a:pt x="336338" y="14605"/>
                  <a:pt x="333728" y="26273"/>
                  <a:pt x="338596" y="35322"/>
                </a:cubicBezTo>
                <a:cubicBezTo>
                  <a:pt x="352989" y="62071"/>
                  <a:pt x="361244" y="93504"/>
                  <a:pt x="361244" y="127079"/>
                </a:cubicBezTo>
                <a:cubicBezTo>
                  <a:pt x="361244" y="160655"/>
                  <a:pt x="352989" y="192088"/>
                  <a:pt x="338596" y="218837"/>
                </a:cubicBezTo>
                <a:cubicBezTo>
                  <a:pt x="333728" y="227806"/>
                  <a:pt x="336338" y="239554"/>
                  <a:pt x="344311" y="245031"/>
                </a:cubicBezTo>
                <a:cubicBezTo>
                  <a:pt x="352284" y="250507"/>
                  <a:pt x="362726" y="247571"/>
                  <a:pt x="367594" y="238601"/>
                </a:cubicBezTo>
                <a:cubicBezTo>
                  <a:pt x="385092" y="206057"/>
                  <a:pt x="395111" y="167878"/>
                  <a:pt x="395111" y="127159"/>
                </a:cubicBezTo>
                <a:cubicBezTo>
                  <a:pt x="395111" y="86439"/>
                  <a:pt x="385092" y="48101"/>
                  <a:pt x="367594" y="15558"/>
                </a:cubicBezTo>
                <a:cubicBezTo>
                  <a:pt x="362726" y="6588"/>
                  <a:pt x="352354" y="3651"/>
                  <a:pt x="344311" y="9128"/>
                </a:cubicBezTo>
                <a:close/>
                <a:moveTo>
                  <a:pt x="225778" y="170974"/>
                </a:moveTo>
                <a:cubicBezTo>
                  <a:pt x="239254" y="162163"/>
                  <a:pt x="248356" y="145812"/>
                  <a:pt x="248356" y="127000"/>
                </a:cubicBezTo>
                <a:cubicBezTo>
                  <a:pt x="248356" y="98981"/>
                  <a:pt x="228106" y="76200"/>
                  <a:pt x="203200" y="76200"/>
                </a:cubicBezTo>
                <a:cubicBezTo>
                  <a:pt x="178294" y="76200"/>
                  <a:pt x="158044" y="98981"/>
                  <a:pt x="158044" y="127000"/>
                </a:cubicBezTo>
                <a:cubicBezTo>
                  <a:pt x="158044" y="145812"/>
                  <a:pt x="167146" y="162243"/>
                  <a:pt x="180622" y="170974"/>
                </a:cubicBezTo>
                <a:lnTo>
                  <a:pt x="180622" y="381000"/>
                </a:lnTo>
                <a:cubicBezTo>
                  <a:pt x="180622" y="395049"/>
                  <a:pt x="190712" y="406400"/>
                  <a:pt x="203200" y="406400"/>
                </a:cubicBezTo>
                <a:cubicBezTo>
                  <a:pt x="215688" y="406400"/>
                  <a:pt x="225778" y="395049"/>
                  <a:pt x="225778" y="381000"/>
                </a:cubicBezTo>
                <a:lnTo>
                  <a:pt x="225778" y="170974"/>
                </a:lnTo>
                <a:close/>
                <a:moveTo>
                  <a:pt x="127141" y="72231"/>
                </a:moveTo>
                <a:cubicBezTo>
                  <a:pt x="132221" y="63341"/>
                  <a:pt x="129893" y="51594"/>
                  <a:pt x="122061" y="45879"/>
                </a:cubicBezTo>
                <a:cubicBezTo>
                  <a:pt x="114229" y="40164"/>
                  <a:pt x="103717" y="42783"/>
                  <a:pt x="98637" y="51594"/>
                </a:cubicBezTo>
                <a:cubicBezTo>
                  <a:pt x="86219" y="73343"/>
                  <a:pt x="79022" y="99219"/>
                  <a:pt x="79022" y="127000"/>
                </a:cubicBezTo>
                <a:cubicBezTo>
                  <a:pt x="79022" y="154781"/>
                  <a:pt x="86219" y="180658"/>
                  <a:pt x="98637" y="202406"/>
                </a:cubicBezTo>
                <a:cubicBezTo>
                  <a:pt x="103717" y="211296"/>
                  <a:pt x="114159" y="213836"/>
                  <a:pt x="122061" y="208121"/>
                </a:cubicBezTo>
                <a:cubicBezTo>
                  <a:pt x="129963" y="202406"/>
                  <a:pt x="132221" y="190659"/>
                  <a:pt x="127141" y="181769"/>
                </a:cubicBezTo>
                <a:cubicBezTo>
                  <a:pt x="118110" y="165973"/>
                  <a:pt x="112889" y="147161"/>
                  <a:pt x="112889" y="127000"/>
                </a:cubicBezTo>
                <a:cubicBezTo>
                  <a:pt x="112889" y="106839"/>
                  <a:pt x="118110" y="88027"/>
                  <a:pt x="127141" y="72231"/>
                </a:cubicBezTo>
                <a:close/>
                <a:moveTo>
                  <a:pt x="307763" y="51594"/>
                </a:moveTo>
                <a:cubicBezTo>
                  <a:pt x="302683" y="42704"/>
                  <a:pt x="292241" y="40164"/>
                  <a:pt x="284339" y="45879"/>
                </a:cubicBezTo>
                <a:cubicBezTo>
                  <a:pt x="276437" y="51594"/>
                  <a:pt x="274179" y="63341"/>
                  <a:pt x="279259" y="72231"/>
                </a:cubicBezTo>
                <a:cubicBezTo>
                  <a:pt x="288290" y="88027"/>
                  <a:pt x="293511" y="106839"/>
                  <a:pt x="293511" y="127000"/>
                </a:cubicBezTo>
                <a:cubicBezTo>
                  <a:pt x="293511" y="147161"/>
                  <a:pt x="288290" y="165973"/>
                  <a:pt x="279259" y="181769"/>
                </a:cubicBezTo>
                <a:cubicBezTo>
                  <a:pt x="274179" y="190659"/>
                  <a:pt x="276507" y="202406"/>
                  <a:pt x="284339" y="208121"/>
                </a:cubicBezTo>
                <a:cubicBezTo>
                  <a:pt x="292171" y="213836"/>
                  <a:pt x="302683" y="211217"/>
                  <a:pt x="307763" y="202406"/>
                </a:cubicBezTo>
                <a:cubicBezTo>
                  <a:pt x="320181" y="180658"/>
                  <a:pt x="327378" y="154781"/>
                  <a:pt x="327378" y="127000"/>
                </a:cubicBezTo>
                <a:cubicBezTo>
                  <a:pt x="327378" y="99219"/>
                  <a:pt x="320181" y="73343"/>
                  <a:pt x="307763" y="5159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12192000" y="2819400"/>
            <a:ext cx="114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ULTRASONIC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652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5280" y="101600"/>
                </a:moveTo>
                <a:cubicBezTo>
                  <a:pt x="340868" y="101600"/>
                  <a:pt x="345440" y="107315"/>
                  <a:pt x="345440" y="114300"/>
                </a:cubicBezTo>
                <a:lnTo>
                  <a:pt x="345440" y="292100"/>
                </a:lnTo>
                <a:cubicBezTo>
                  <a:pt x="345440" y="299085"/>
                  <a:pt x="340868" y="304800"/>
                  <a:pt x="335280" y="304800"/>
                </a:cubicBezTo>
                <a:lnTo>
                  <a:pt x="71120" y="304800"/>
                </a:lnTo>
                <a:cubicBezTo>
                  <a:pt x="65532" y="304800"/>
                  <a:pt x="60960" y="299085"/>
                  <a:pt x="60960" y="292100"/>
                </a:cubicBezTo>
                <a:lnTo>
                  <a:pt x="60960" y="114300"/>
                </a:lnTo>
                <a:cubicBezTo>
                  <a:pt x="60960" y="107315"/>
                  <a:pt x="65532" y="101600"/>
                  <a:pt x="71120" y="101600"/>
                </a:cubicBezTo>
                <a:lnTo>
                  <a:pt x="335280" y="101600"/>
                </a:lnTo>
                <a:close/>
                <a:moveTo>
                  <a:pt x="71120" y="50800"/>
                </a:moveTo>
                <a:cubicBezTo>
                  <a:pt x="43053" y="50800"/>
                  <a:pt x="20320" y="79216"/>
                  <a:pt x="20320" y="114300"/>
                </a:cubicBezTo>
                <a:lnTo>
                  <a:pt x="20320" y="292100"/>
                </a:lnTo>
                <a:cubicBezTo>
                  <a:pt x="20320" y="327184"/>
                  <a:pt x="43053" y="355600"/>
                  <a:pt x="71120" y="355600"/>
                </a:cubicBezTo>
                <a:lnTo>
                  <a:pt x="335280" y="355600"/>
                </a:lnTo>
                <a:cubicBezTo>
                  <a:pt x="363347" y="355600"/>
                  <a:pt x="386080" y="327184"/>
                  <a:pt x="386080" y="292100"/>
                </a:cubicBezTo>
                <a:lnTo>
                  <a:pt x="386080" y="254000"/>
                </a:lnTo>
                <a:cubicBezTo>
                  <a:pt x="397320" y="254000"/>
                  <a:pt x="406400" y="242649"/>
                  <a:pt x="406400" y="2286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lnTo>
                  <a:pt x="386080" y="114300"/>
                </a:lnTo>
                <a:cubicBezTo>
                  <a:pt x="386080" y="79216"/>
                  <a:pt x="363347" y="50800"/>
                  <a:pt x="335280" y="50800"/>
                </a:cubicBezTo>
                <a:lnTo>
                  <a:pt x="71120" y="50800"/>
                </a:lnTo>
                <a:close/>
                <a:moveTo>
                  <a:pt x="106680" y="139700"/>
                </a:moveTo>
                <a:cubicBezTo>
                  <a:pt x="98234" y="139700"/>
                  <a:pt x="91440" y="148193"/>
                  <a:pt x="91440" y="158750"/>
                </a:cubicBezTo>
                <a:lnTo>
                  <a:pt x="91440" y="247650"/>
                </a:lnTo>
                <a:cubicBezTo>
                  <a:pt x="91440" y="258207"/>
                  <a:pt x="98234" y="266700"/>
                  <a:pt x="106680" y="266700"/>
                </a:cubicBezTo>
                <a:lnTo>
                  <a:pt x="198120" y="266700"/>
                </a:lnTo>
                <a:cubicBezTo>
                  <a:pt x="206566" y="266700"/>
                  <a:pt x="213360" y="258207"/>
                  <a:pt x="213360" y="247650"/>
                </a:cubicBezTo>
                <a:lnTo>
                  <a:pt x="213360" y="158750"/>
                </a:lnTo>
                <a:cubicBezTo>
                  <a:pt x="213360" y="148193"/>
                  <a:pt x="206566" y="139700"/>
                  <a:pt x="198120" y="139700"/>
                </a:cubicBezTo>
                <a:lnTo>
                  <a:pt x="106680" y="13970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3462000" y="28194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795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7956" y="5556"/>
                </a:moveTo>
                <a:cubicBezTo>
                  <a:pt x="165418" y="-1905"/>
                  <a:pt x="177483" y="-1905"/>
                  <a:pt x="184864" y="5556"/>
                </a:cubicBezTo>
                <a:lnTo>
                  <a:pt x="255826" y="76518"/>
                </a:lnTo>
                <a:lnTo>
                  <a:pt x="299482" y="32861"/>
                </a:lnTo>
                <a:cubicBezTo>
                  <a:pt x="309404" y="22939"/>
                  <a:pt x="325517" y="22939"/>
                  <a:pt x="335439" y="32861"/>
                </a:cubicBezTo>
                <a:lnTo>
                  <a:pt x="373539" y="70961"/>
                </a:lnTo>
                <a:cubicBezTo>
                  <a:pt x="383461" y="80883"/>
                  <a:pt x="383461" y="96996"/>
                  <a:pt x="373539" y="106918"/>
                </a:cubicBezTo>
                <a:lnTo>
                  <a:pt x="329883" y="150574"/>
                </a:lnTo>
                <a:lnTo>
                  <a:pt x="400844" y="221536"/>
                </a:lnTo>
                <a:cubicBezTo>
                  <a:pt x="408305" y="228997"/>
                  <a:pt x="408305" y="241062"/>
                  <a:pt x="400844" y="248444"/>
                </a:cubicBezTo>
                <a:lnTo>
                  <a:pt x="324644" y="324644"/>
                </a:lnTo>
                <a:cubicBezTo>
                  <a:pt x="317183" y="332105"/>
                  <a:pt x="305118" y="332105"/>
                  <a:pt x="297736" y="324644"/>
                </a:cubicBezTo>
                <a:lnTo>
                  <a:pt x="226774" y="253683"/>
                </a:lnTo>
                <a:lnTo>
                  <a:pt x="214471" y="265986"/>
                </a:lnTo>
                <a:cubicBezTo>
                  <a:pt x="223520" y="285512"/>
                  <a:pt x="228600" y="307261"/>
                  <a:pt x="228600" y="330200"/>
                </a:cubicBezTo>
                <a:cubicBezTo>
                  <a:pt x="228600" y="355362"/>
                  <a:pt x="222488" y="379016"/>
                  <a:pt x="211773" y="399891"/>
                </a:cubicBezTo>
                <a:cubicBezTo>
                  <a:pt x="208042" y="407035"/>
                  <a:pt x="198517" y="408067"/>
                  <a:pt x="192881" y="402352"/>
                </a:cubicBezTo>
                <a:lnTo>
                  <a:pt x="116443" y="325914"/>
                </a:lnTo>
                <a:lnTo>
                  <a:pt x="68818" y="373539"/>
                </a:lnTo>
                <a:cubicBezTo>
                  <a:pt x="58896" y="383461"/>
                  <a:pt x="42783" y="383461"/>
                  <a:pt x="32861" y="373539"/>
                </a:cubicBezTo>
                <a:cubicBezTo>
                  <a:pt x="22939" y="363617"/>
                  <a:pt x="22939" y="347504"/>
                  <a:pt x="32861" y="337582"/>
                </a:cubicBezTo>
                <a:lnTo>
                  <a:pt x="80486" y="289957"/>
                </a:lnTo>
                <a:lnTo>
                  <a:pt x="4048" y="213519"/>
                </a:lnTo>
                <a:cubicBezTo>
                  <a:pt x="-1667" y="207804"/>
                  <a:pt x="-635" y="198279"/>
                  <a:pt x="6509" y="194628"/>
                </a:cubicBezTo>
                <a:cubicBezTo>
                  <a:pt x="27384" y="183833"/>
                  <a:pt x="51118" y="177800"/>
                  <a:pt x="76200" y="177800"/>
                </a:cubicBezTo>
                <a:cubicBezTo>
                  <a:pt x="99139" y="177800"/>
                  <a:pt x="120888" y="182880"/>
                  <a:pt x="140414" y="191929"/>
                </a:cubicBezTo>
                <a:lnTo>
                  <a:pt x="152718" y="179626"/>
                </a:lnTo>
                <a:lnTo>
                  <a:pt x="81756" y="108744"/>
                </a:lnTo>
                <a:cubicBezTo>
                  <a:pt x="74295" y="101283"/>
                  <a:pt x="74295" y="89218"/>
                  <a:pt x="81756" y="81836"/>
                </a:cubicBezTo>
                <a:lnTo>
                  <a:pt x="157956" y="5556"/>
                </a:lnTo>
                <a:close/>
                <a:moveTo>
                  <a:pt x="171450" y="45958"/>
                </a:moveTo>
                <a:lnTo>
                  <a:pt x="122158" y="95250"/>
                </a:lnTo>
                <a:lnTo>
                  <a:pt x="179626" y="152718"/>
                </a:lnTo>
                <a:lnTo>
                  <a:pt x="228918" y="103426"/>
                </a:lnTo>
                <a:lnTo>
                  <a:pt x="171450" y="45958"/>
                </a:lnTo>
                <a:close/>
                <a:moveTo>
                  <a:pt x="311150" y="284242"/>
                </a:moveTo>
                <a:lnTo>
                  <a:pt x="360442" y="234950"/>
                </a:lnTo>
                <a:lnTo>
                  <a:pt x="302974" y="177483"/>
                </a:lnTo>
                <a:lnTo>
                  <a:pt x="253683" y="226774"/>
                </a:lnTo>
                <a:lnTo>
                  <a:pt x="311150" y="284242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14605000" y="28194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8000" y="4826000"/>
            <a:ext cx="0" cy="76200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318000" y="5588000"/>
            <a:ext cx="2540000" cy="1270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2" name="Shape 30"/>
          <p:cNvSpPr/>
          <p:nvPr/>
        </p:nvSpPr>
        <p:spPr>
          <a:xfrm>
            <a:off x="5283200" y="571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96145" y="250627"/>
                </a:moveTo>
                <a:cubicBezTo>
                  <a:pt x="407765" y="246698"/>
                  <a:pt x="419957" y="253603"/>
                  <a:pt x="425196" y="267057"/>
                </a:cubicBezTo>
                <a:lnTo>
                  <a:pt x="442912" y="311825"/>
                </a:lnTo>
                <a:cubicBezTo>
                  <a:pt x="452723" y="313492"/>
                  <a:pt x="462344" y="316825"/>
                  <a:pt x="471392" y="321469"/>
                </a:cubicBezTo>
                <a:lnTo>
                  <a:pt x="504730" y="293727"/>
                </a:lnTo>
                <a:cubicBezTo>
                  <a:pt x="514731" y="285393"/>
                  <a:pt x="527971" y="287060"/>
                  <a:pt x="536448" y="297656"/>
                </a:cubicBezTo>
                <a:lnTo>
                  <a:pt x="554736" y="320516"/>
                </a:lnTo>
                <a:cubicBezTo>
                  <a:pt x="563213" y="331113"/>
                  <a:pt x="564547" y="347782"/>
                  <a:pt x="557879" y="360164"/>
                </a:cubicBezTo>
                <a:lnTo>
                  <a:pt x="535686" y="401717"/>
                </a:lnTo>
                <a:cubicBezTo>
                  <a:pt x="537496" y="407313"/>
                  <a:pt x="539115" y="413147"/>
                  <a:pt x="540449" y="419219"/>
                </a:cubicBezTo>
                <a:cubicBezTo>
                  <a:pt x="541782" y="425291"/>
                  <a:pt x="542639" y="431244"/>
                  <a:pt x="543306" y="437317"/>
                </a:cubicBezTo>
                <a:lnTo>
                  <a:pt x="579215" y="459462"/>
                </a:lnTo>
                <a:cubicBezTo>
                  <a:pt x="589979" y="466130"/>
                  <a:pt x="595503" y="481370"/>
                  <a:pt x="592360" y="495776"/>
                </a:cubicBezTo>
                <a:lnTo>
                  <a:pt x="585692" y="526971"/>
                </a:lnTo>
                <a:cubicBezTo>
                  <a:pt x="582549" y="541377"/>
                  <a:pt x="571786" y="551140"/>
                  <a:pt x="559784" y="550188"/>
                </a:cubicBezTo>
                <a:lnTo>
                  <a:pt x="519779" y="546973"/>
                </a:lnTo>
                <a:cubicBezTo>
                  <a:pt x="513778" y="556617"/>
                  <a:pt x="506825" y="565547"/>
                  <a:pt x="498919" y="573167"/>
                </a:cubicBezTo>
                <a:lnTo>
                  <a:pt x="501491" y="623054"/>
                </a:lnTo>
                <a:cubicBezTo>
                  <a:pt x="502253" y="638056"/>
                  <a:pt x="494443" y="651629"/>
                  <a:pt x="482917" y="655439"/>
                </a:cubicBezTo>
                <a:lnTo>
                  <a:pt x="457962" y="663773"/>
                </a:lnTo>
                <a:cubicBezTo>
                  <a:pt x="446342" y="667702"/>
                  <a:pt x="434245" y="660797"/>
                  <a:pt x="428911" y="647343"/>
                </a:cubicBezTo>
                <a:lnTo>
                  <a:pt x="411194" y="602575"/>
                </a:lnTo>
                <a:cubicBezTo>
                  <a:pt x="401384" y="600908"/>
                  <a:pt x="391763" y="597575"/>
                  <a:pt x="382715" y="592931"/>
                </a:cubicBezTo>
                <a:lnTo>
                  <a:pt x="349377" y="620673"/>
                </a:lnTo>
                <a:cubicBezTo>
                  <a:pt x="339376" y="629007"/>
                  <a:pt x="326136" y="627340"/>
                  <a:pt x="317659" y="616744"/>
                </a:cubicBezTo>
                <a:lnTo>
                  <a:pt x="299371" y="593884"/>
                </a:lnTo>
                <a:cubicBezTo>
                  <a:pt x="290894" y="583287"/>
                  <a:pt x="289560" y="566738"/>
                  <a:pt x="296228" y="554236"/>
                </a:cubicBezTo>
                <a:lnTo>
                  <a:pt x="318421" y="512564"/>
                </a:lnTo>
                <a:cubicBezTo>
                  <a:pt x="316611" y="506968"/>
                  <a:pt x="314992" y="501134"/>
                  <a:pt x="313658" y="495062"/>
                </a:cubicBezTo>
                <a:cubicBezTo>
                  <a:pt x="312325" y="488990"/>
                  <a:pt x="311468" y="482918"/>
                  <a:pt x="310801" y="476964"/>
                </a:cubicBezTo>
                <a:lnTo>
                  <a:pt x="274892" y="454819"/>
                </a:lnTo>
                <a:cubicBezTo>
                  <a:pt x="264128" y="448151"/>
                  <a:pt x="258699" y="432911"/>
                  <a:pt x="261747" y="418505"/>
                </a:cubicBezTo>
                <a:lnTo>
                  <a:pt x="268415" y="387310"/>
                </a:lnTo>
                <a:cubicBezTo>
                  <a:pt x="271558" y="372904"/>
                  <a:pt x="282321" y="363141"/>
                  <a:pt x="294323" y="364093"/>
                </a:cubicBezTo>
                <a:lnTo>
                  <a:pt x="334232" y="367308"/>
                </a:lnTo>
                <a:cubicBezTo>
                  <a:pt x="340233" y="357664"/>
                  <a:pt x="347186" y="348734"/>
                  <a:pt x="355092" y="341114"/>
                </a:cubicBezTo>
                <a:lnTo>
                  <a:pt x="352520" y="291346"/>
                </a:lnTo>
                <a:cubicBezTo>
                  <a:pt x="351758" y="276344"/>
                  <a:pt x="359569" y="262771"/>
                  <a:pt x="371094" y="258961"/>
                </a:cubicBezTo>
                <a:lnTo>
                  <a:pt x="396049" y="250627"/>
                </a:lnTo>
                <a:close/>
                <a:moveTo>
                  <a:pt x="427101" y="404813"/>
                </a:moveTo>
                <a:cubicBezTo>
                  <a:pt x="403970" y="404845"/>
                  <a:pt x="385212" y="428346"/>
                  <a:pt x="385239" y="457260"/>
                </a:cubicBezTo>
                <a:cubicBezTo>
                  <a:pt x="385265" y="486173"/>
                  <a:pt x="404065" y="509620"/>
                  <a:pt x="427196" y="509588"/>
                </a:cubicBezTo>
                <a:cubicBezTo>
                  <a:pt x="450327" y="509555"/>
                  <a:pt x="469085" y="486054"/>
                  <a:pt x="469059" y="457140"/>
                </a:cubicBezTo>
                <a:cubicBezTo>
                  <a:pt x="469032" y="428227"/>
                  <a:pt x="450232" y="404780"/>
                  <a:pt x="427101" y="404813"/>
                </a:cubicBezTo>
                <a:close/>
                <a:moveTo>
                  <a:pt x="214217" y="-54173"/>
                </a:moveTo>
                <a:lnTo>
                  <a:pt x="239173" y="-45839"/>
                </a:lnTo>
                <a:cubicBezTo>
                  <a:pt x="250698" y="-41910"/>
                  <a:pt x="258508" y="-28337"/>
                  <a:pt x="257747" y="-13454"/>
                </a:cubicBezTo>
                <a:lnTo>
                  <a:pt x="255175" y="36314"/>
                </a:lnTo>
                <a:cubicBezTo>
                  <a:pt x="263081" y="43934"/>
                  <a:pt x="270034" y="52745"/>
                  <a:pt x="276035" y="62508"/>
                </a:cubicBezTo>
                <a:lnTo>
                  <a:pt x="316040" y="59293"/>
                </a:lnTo>
                <a:cubicBezTo>
                  <a:pt x="327946" y="58341"/>
                  <a:pt x="338804" y="68104"/>
                  <a:pt x="341947" y="82510"/>
                </a:cubicBezTo>
                <a:lnTo>
                  <a:pt x="348615" y="113705"/>
                </a:lnTo>
                <a:cubicBezTo>
                  <a:pt x="351663" y="128111"/>
                  <a:pt x="346234" y="143351"/>
                  <a:pt x="335471" y="150019"/>
                </a:cubicBezTo>
                <a:lnTo>
                  <a:pt x="299561" y="172164"/>
                </a:lnTo>
                <a:cubicBezTo>
                  <a:pt x="298895" y="178237"/>
                  <a:pt x="297942" y="184309"/>
                  <a:pt x="296704" y="190262"/>
                </a:cubicBezTo>
                <a:cubicBezTo>
                  <a:pt x="295466" y="196215"/>
                  <a:pt x="293751" y="202168"/>
                  <a:pt x="291941" y="207764"/>
                </a:cubicBezTo>
                <a:lnTo>
                  <a:pt x="314135" y="249436"/>
                </a:lnTo>
                <a:cubicBezTo>
                  <a:pt x="320802" y="261937"/>
                  <a:pt x="319469" y="278487"/>
                  <a:pt x="310991" y="289084"/>
                </a:cubicBezTo>
                <a:lnTo>
                  <a:pt x="292703" y="311944"/>
                </a:lnTo>
                <a:cubicBezTo>
                  <a:pt x="284226" y="322540"/>
                  <a:pt x="270986" y="324207"/>
                  <a:pt x="260985" y="315873"/>
                </a:cubicBezTo>
                <a:lnTo>
                  <a:pt x="227648" y="288131"/>
                </a:lnTo>
                <a:cubicBezTo>
                  <a:pt x="218599" y="292775"/>
                  <a:pt x="208979" y="296108"/>
                  <a:pt x="199168" y="297775"/>
                </a:cubicBezTo>
                <a:lnTo>
                  <a:pt x="181451" y="342543"/>
                </a:lnTo>
                <a:cubicBezTo>
                  <a:pt x="176117" y="355997"/>
                  <a:pt x="163925" y="362783"/>
                  <a:pt x="152400" y="358973"/>
                </a:cubicBezTo>
                <a:lnTo>
                  <a:pt x="127445" y="350639"/>
                </a:lnTo>
                <a:cubicBezTo>
                  <a:pt x="115824" y="346710"/>
                  <a:pt x="108109" y="333137"/>
                  <a:pt x="108871" y="318254"/>
                </a:cubicBezTo>
                <a:lnTo>
                  <a:pt x="111443" y="268367"/>
                </a:lnTo>
                <a:cubicBezTo>
                  <a:pt x="103537" y="260747"/>
                  <a:pt x="96584" y="251936"/>
                  <a:pt x="90583" y="242173"/>
                </a:cubicBezTo>
                <a:lnTo>
                  <a:pt x="50578" y="245388"/>
                </a:lnTo>
                <a:cubicBezTo>
                  <a:pt x="38672" y="246340"/>
                  <a:pt x="27813" y="236577"/>
                  <a:pt x="24670" y="222171"/>
                </a:cubicBezTo>
                <a:lnTo>
                  <a:pt x="18002" y="190976"/>
                </a:lnTo>
                <a:cubicBezTo>
                  <a:pt x="14954" y="176570"/>
                  <a:pt x="20384" y="161330"/>
                  <a:pt x="31147" y="154662"/>
                </a:cubicBezTo>
                <a:lnTo>
                  <a:pt x="67056" y="132517"/>
                </a:lnTo>
                <a:cubicBezTo>
                  <a:pt x="67723" y="126444"/>
                  <a:pt x="68675" y="120491"/>
                  <a:pt x="69914" y="114419"/>
                </a:cubicBezTo>
                <a:cubicBezTo>
                  <a:pt x="71247" y="108347"/>
                  <a:pt x="72771" y="102513"/>
                  <a:pt x="74676" y="96917"/>
                </a:cubicBezTo>
                <a:lnTo>
                  <a:pt x="52483" y="55364"/>
                </a:lnTo>
                <a:cubicBezTo>
                  <a:pt x="45815" y="42863"/>
                  <a:pt x="47149" y="26313"/>
                  <a:pt x="55626" y="15716"/>
                </a:cubicBezTo>
                <a:lnTo>
                  <a:pt x="73914" y="-7144"/>
                </a:lnTo>
                <a:cubicBezTo>
                  <a:pt x="82391" y="-17740"/>
                  <a:pt x="95631" y="-19407"/>
                  <a:pt x="105632" y="-11073"/>
                </a:cubicBezTo>
                <a:lnTo>
                  <a:pt x="138970" y="16669"/>
                </a:lnTo>
                <a:cubicBezTo>
                  <a:pt x="148019" y="12025"/>
                  <a:pt x="157639" y="8692"/>
                  <a:pt x="167449" y="7025"/>
                </a:cubicBezTo>
                <a:lnTo>
                  <a:pt x="185166" y="-37743"/>
                </a:lnTo>
                <a:cubicBezTo>
                  <a:pt x="190500" y="-51197"/>
                  <a:pt x="202597" y="-57983"/>
                  <a:pt x="214217" y="-54173"/>
                </a:cubicBezTo>
                <a:close/>
                <a:moveTo>
                  <a:pt x="183261" y="100013"/>
                </a:moveTo>
                <a:cubicBezTo>
                  <a:pt x="160130" y="100013"/>
                  <a:pt x="141351" y="123487"/>
                  <a:pt x="141351" y="152400"/>
                </a:cubicBezTo>
                <a:cubicBezTo>
                  <a:pt x="141351" y="181313"/>
                  <a:pt x="160130" y="204787"/>
                  <a:pt x="183261" y="204787"/>
                </a:cubicBezTo>
                <a:cubicBezTo>
                  <a:pt x="206392" y="204787"/>
                  <a:pt x="225171" y="181313"/>
                  <a:pt x="225171" y="152400"/>
                </a:cubicBezTo>
                <a:cubicBezTo>
                  <a:pt x="225171" y="123487"/>
                  <a:pt x="206392" y="100013"/>
                  <a:pt x="183261" y="100013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4318000" y="641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24V MOTORS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88000" y="6858000"/>
            <a:ext cx="0" cy="76200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4318000" y="7620000"/>
            <a:ext cx="2540000" cy="762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318000" y="774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STEEL CHASSIS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5588000"/>
            <a:ext cx="2540000" cy="12700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27200" y="571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400050"/>
                </a:moveTo>
                <a:cubicBezTo>
                  <a:pt x="0" y="494705"/>
                  <a:pt x="68263" y="571500"/>
                  <a:pt x="152400" y="571500"/>
                </a:cubicBezTo>
                <a:lnTo>
                  <a:pt x="474133" y="571500"/>
                </a:lnTo>
                <a:cubicBezTo>
                  <a:pt x="548958" y="571500"/>
                  <a:pt x="609600" y="503277"/>
                  <a:pt x="609600" y="419100"/>
                </a:cubicBezTo>
                <a:cubicBezTo>
                  <a:pt x="609600" y="357664"/>
                  <a:pt x="577321" y="304681"/>
                  <a:pt x="530754" y="280630"/>
                </a:cubicBezTo>
                <a:cubicBezTo>
                  <a:pt x="537845" y="265033"/>
                  <a:pt x="541867" y="247293"/>
                  <a:pt x="541867" y="228600"/>
                </a:cubicBezTo>
                <a:cubicBezTo>
                  <a:pt x="541867" y="165497"/>
                  <a:pt x="496358" y="114300"/>
                  <a:pt x="440267" y="114300"/>
                </a:cubicBezTo>
                <a:cubicBezTo>
                  <a:pt x="421534" y="114300"/>
                  <a:pt x="404072" y="120015"/>
                  <a:pt x="389043" y="129897"/>
                </a:cubicBezTo>
                <a:cubicBezTo>
                  <a:pt x="363538" y="75367"/>
                  <a:pt x="312632" y="38100"/>
                  <a:pt x="254000" y="38100"/>
                </a:cubicBezTo>
                <a:cubicBezTo>
                  <a:pt x="169863" y="38100"/>
                  <a:pt x="101600" y="114895"/>
                  <a:pt x="101600" y="209550"/>
                </a:cubicBezTo>
                <a:cubicBezTo>
                  <a:pt x="101600" y="219075"/>
                  <a:pt x="102341" y="228481"/>
                  <a:pt x="103611" y="237530"/>
                </a:cubicBezTo>
                <a:cubicBezTo>
                  <a:pt x="43392" y="260390"/>
                  <a:pt x="0" y="324564"/>
                  <a:pt x="0" y="40005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762000" y="641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(FUTURE)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032000" y="3302000"/>
            <a:ext cx="0" cy="2286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arrow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4" name="Image 0" descr="https://kimi-img.moonshot.cn/pub/slides/okc/zkiqupqur6eqo/mnt/agents/output/biomove/images/5_PCS1500_6WD_Heavy_Duty_All_Terr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1651000"/>
            <a:ext cx="5334000" cy="355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04000" y="1651000"/>
            <a:ext cx="4572000" cy="1016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Shape 3"/>
          <p:cNvSpPr/>
          <p:nvPr/>
        </p:nvSpPr>
        <p:spPr>
          <a:xfrm>
            <a:off x="67945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0" y="1778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ESP32-S3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29500" y="21336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Dual-core MCU with WiFi + 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04000" y="2857500"/>
            <a:ext cx="4572000" cy="1016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0" name="Shape 7"/>
          <p:cNvSpPr/>
          <p:nvPr/>
        </p:nvSpPr>
        <p:spPr>
          <a:xfrm>
            <a:off x="6794500" y="304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07057"/>
                </a:moveTo>
                <a:lnTo>
                  <a:pt x="239117" y="86420"/>
                </a:lnTo>
                <a:cubicBezTo>
                  <a:pt x="214313" y="52090"/>
                  <a:pt x="174526" y="31750"/>
                  <a:pt x="132060" y="31750"/>
                </a:cubicBezTo>
                <a:cubicBezTo>
                  <a:pt x="59134" y="31750"/>
                  <a:pt x="0" y="90884"/>
                  <a:pt x="0" y="163810"/>
                </a:cubicBezTo>
                <a:lnTo>
                  <a:pt x="0" y="166390"/>
                </a:lnTo>
                <a:cubicBezTo>
                  <a:pt x="0" y="189805"/>
                  <a:pt x="6152" y="214015"/>
                  <a:pt x="16470" y="238125"/>
                </a:cubicBezTo>
                <a:lnTo>
                  <a:pt x="121642" y="238125"/>
                </a:lnTo>
                <a:cubicBezTo>
                  <a:pt x="124817" y="238125"/>
                  <a:pt x="127695" y="236240"/>
                  <a:pt x="128984" y="233263"/>
                </a:cubicBezTo>
                <a:lnTo>
                  <a:pt x="160536" y="157559"/>
                </a:lnTo>
                <a:cubicBezTo>
                  <a:pt x="164207" y="148828"/>
                  <a:pt x="172740" y="143073"/>
                  <a:pt x="182166" y="142875"/>
                </a:cubicBezTo>
                <a:cubicBezTo>
                  <a:pt x="191591" y="142677"/>
                  <a:pt x="200323" y="148233"/>
                  <a:pt x="204192" y="156865"/>
                </a:cubicBezTo>
                <a:lnTo>
                  <a:pt x="255091" y="269875"/>
                </a:lnTo>
                <a:lnTo>
                  <a:pt x="296168" y="187722"/>
                </a:lnTo>
                <a:cubicBezTo>
                  <a:pt x="300236" y="179685"/>
                  <a:pt x="308471" y="174526"/>
                  <a:pt x="317500" y="174526"/>
                </a:cubicBezTo>
                <a:cubicBezTo>
                  <a:pt x="326529" y="174526"/>
                  <a:pt x="334764" y="179586"/>
                  <a:pt x="338832" y="187722"/>
                </a:cubicBezTo>
                <a:lnTo>
                  <a:pt x="361851" y="233660"/>
                </a:lnTo>
                <a:cubicBezTo>
                  <a:pt x="363240" y="236339"/>
                  <a:pt x="365919" y="238026"/>
                  <a:pt x="368995" y="238026"/>
                </a:cubicBezTo>
                <a:lnTo>
                  <a:pt x="491629" y="238026"/>
                </a:lnTo>
                <a:cubicBezTo>
                  <a:pt x="502047" y="213916"/>
                  <a:pt x="508099" y="189706"/>
                  <a:pt x="508099" y="166291"/>
                </a:cubicBezTo>
                <a:lnTo>
                  <a:pt x="508099" y="163711"/>
                </a:lnTo>
                <a:cubicBezTo>
                  <a:pt x="508000" y="90884"/>
                  <a:pt x="448866" y="31750"/>
                  <a:pt x="375940" y="31750"/>
                </a:cubicBezTo>
                <a:cubicBezTo>
                  <a:pt x="333573" y="31750"/>
                  <a:pt x="293688" y="52090"/>
                  <a:pt x="268883" y="86420"/>
                </a:cubicBezTo>
                <a:lnTo>
                  <a:pt x="254000" y="106958"/>
                </a:lnTo>
                <a:close/>
                <a:moveTo>
                  <a:pt x="465931" y="285750"/>
                </a:moveTo>
                <a:lnTo>
                  <a:pt x="368895" y="285750"/>
                </a:lnTo>
                <a:cubicBezTo>
                  <a:pt x="347861" y="285750"/>
                  <a:pt x="328613" y="273844"/>
                  <a:pt x="319187" y="254992"/>
                </a:cubicBezTo>
                <a:lnTo>
                  <a:pt x="317500" y="251619"/>
                </a:lnTo>
                <a:lnTo>
                  <a:pt x="275332" y="336054"/>
                </a:lnTo>
                <a:cubicBezTo>
                  <a:pt x="271264" y="344289"/>
                  <a:pt x="262731" y="349448"/>
                  <a:pt x="253504" y="349250"/>
                </a:cubicBezTo>
                <a:cubicBezTo>
                  <a:pt x="244277" y="349052"/>
                  <a:pt x="236041" y="343595"/>
                  <a:pt x="232271" y="335260"/>
                </a:cubicBezTo>
                <a:lnTo>
                  <a:pt x="183356" y="226616"/>
                </a:lnTo>
                <a:lnTo>
                  <a:pt x="172938" y="251619"/>
                </a:lnTo>
                <a:cubicBezTo>
                  <a:pt x="164306" y="272355"/>
                  <a:pt x="144066" y="285849"/>
                  <a:pt x="121642" y="285849"/>
                </a:cubicBezTo>
                <a:lnTo>
                  <a:pt x="42069" y="285849"/>
                </a:lnTo>
                <a:cubicBezTo>
                  <a:pt x="88900" y="359073"/>
                  <a:pt x="164108" y="426442"/>
                  <a:pt x="211138" y="462359"/>
                </a:cubicBezTo>
                <a:cubicBezTo>
                  <a:pt x="223441" y="471686"/>
                  <a:pt x="238522" y="476349"/>
                  <a:pt x="253901" y="476349"/>
                </a:cubicBezTo>
                <a:cubicBezTo>
                  <a:pt x="269280" y="476349"/>
                  <a:pt x="284460" y="471785"/>
                  <a:pt x="296664" y="462359"/>
                </a:cubicBezTo>
                <a:cubicBezTo>
                  <a:pt x="343892" y="426343"/>
                  <a:pt x="419100" y="358973"/>
                  <a:pt x="465931" y="28575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7429500" y="29845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MAX30102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29500" y="33401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Heart Rate &amp; SpO2 Sensor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04000" y="4064000"/>
            <a:ext cx="4572000" cy="1016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6794500" y="425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169863" y="0"/>
                  <a:pt x="101600" y="42664"/>
                  <a:pt x="101600" y="95250"/>
                </a:cubicBezTo>
                <a:lnTo>
                  <a:pt x="101600" y="258663"/>
                </a:lnTo>
                <a:cubicBezTo>
                  <a:pt x="54769" y="284758"/>
                  <a:pt x="25400" y="322858"/>
                  <a:pt x="25400" y="365125"/>
                </a:cubicBezTo>
                <a:cubicBezTo>
                  <a:pt x="25400" y="444004"/>
                  <a:pt x="127794" y="508000"/>
                  <a:pt x="254000" y="508000"/>
                </a:cubicBezTo>
                <a:cubicBezTo>
                  <a:pt x="380206" y="508000"/>
                  <a:pt x="482600" y="444004"/>
                  <a:pt x="482600" y="365125"/>
                </a:cubicBezTo>
                <a:cubicBezTo>
                  <a:pt x="482600" y="322858"/>
                  <a:pt x="453231" y="284758"/>
                  <a:pt x="406400" y="258663"/>
                </a:cubicBezTo>
                <a:lnTo>
                  <a:pt x="406400" y="95250"/>
                </a:lnTo>
                <a:cubicBezTo>
                  <a:pt x="406400" y="42664"/>
                  <a:pt x="338138" y="0"/>
                  <a:pt x="254000" y="0"/>
                </a:cubicBezTo>
                <a:close/>
                <a:moveTo>
                  <a:pt x="355600" y="365125"/>
                </a:moveTo>
                <a:cubicBezTo>
                  <a:pt x="355600" y="400149"/>
                  <a:pt x="310039" y="428625"/>
                  <a:pt x="254000" y="428625"/>
                </a:cubicBezTo>
                <a:cubicBezTo>
                  <a:pt x="197961" y="428625"/>
                  <a:pt x="152400" y="400149"/>
                  <a:pt x="152400" y="365125"/>
                </a:cubicBezTo>
                <a:cubicBezTo>
                  <a:pt x="152400" y="338435"/>
                  <a:pt x="178594" y="315615"/>
                  <a:pt x="215900" y="306288"/>
                </a:cubicBezTo>
                <a:lnTo>
                  <a:pt x="215900" y="214313"/>
                </a:lnTo>
                <a:cubicBezTo>
                  <a:pt x="215900" y="201116"/>
                  <a:pt x="232886" y="190500"/>
                  <a:pt x="254000" y="190500"/>
                </a:cubicBezTo>
                <a:cubicBezTo>
                  <a:pt x="275114" y="190500"/>
                  <a:pt x="292100" y="201116"/>
                  <a:pt x="292100" y="214313"/>
                </a:cubicBezTo>
                <a:lnTo>
                  <a:pt x="292100" y="306288"/>
                </a:lnTo>
                <a:cubicBezTo>
                  <a:pt x="329406" y="315714"/>
                  <a:pt x="355600" y="338534"/>
                  <a:pt x="355600" y="36512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429500" y="4191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MLX90614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29500" y="45466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Contactless Temperature Sensor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557000" y="1651000"/>
            <a:ext cx="3937000" cy="1016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8" name="Shape 15"/>
          <p:cNvSpPr/>
          <p:nvPr/>
        </p:nvSpPr>
        <p:spPr>
          <a:xfrm>
            <a:off x="117475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2382500" y="17780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EMG SENSOR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382500" y="21336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Muscle Activity Detection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1557000" y="2857500"/>
            <a:ext cx="3937000" cy="1016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2" name="Shape 19"/>
          <p:cNvSpPr/>
          <p:nvPr/>
        </p:nvSpPr>
        <p:spPr>
          <a:xfrm>
            <a:off x="11747500" y="304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349" y="190500"/>
                </a:moveTo>
                <a:lnTo>
                  <a:pt x="484187" y="190500"/>
                </a:lnTo>
                <a:cubicBezTo>
                  <a:pt x="497384" y="190500"/>
                  <a:pt x="508000" y="179884"/>
                  <a:pt x="508000" y="166688"/>
                </a:cubicBezTo>
                <a:lnTo>
                  <a:pt x="508000" y="23812"/>
                </a:lnTo>
                <a:cubicBezTo>
                  <a:pt x="508000" y="14188"/>
                  <a:pt x="502245" y="5457"/>
                  <a:pt x="493316" y="1786"/>
                </a:cubicBezTo>
                <a:cubicBezTo>
                  <a:pt x="484386" y="-1885"/>
                  <a:pt x="474166" y="198"/>
                  <a:pt x="467320" y="6945"/>
                </a:cubicBezTo>
                <a:lnTo>
                  <a:pt x="416024" y="58341"/>
                </a:lnTo>
                <a:cubicBezTo>
                  <a:pt x="372070" y="21927"/>
                  <a:pt x="315516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ubicBezTo>
                  <a:pt x="78581" y="134441"/>
                  <a:pt x="158055" y="63500"/>
                  <a:pt x="254000" y="63500"/>
                </a:cubicBezTo>
                <a:cubicBezTo>
                  <a:pt x="298053" y="63500"/>
                  <a:pt x="338534" y="78383"/>
                  <a:pt x="370780" y="103485"/>
                </a:cubicBezTo>
                <a:lnTo>
                  <a:pt x="324445" y="149820"/>
                </a:lnTo>
                <a:cubicBezTo>
                  <a:pt x="317599" y="156666"/>
                  <a:pt x="315615" y="166886"/>
                  <a:pt x="319286" y="175816"/>
                </a:cubicBezTo>
                <a:cubicBezTo>
                  <a:pt x="322957" y="184745"/>
                  <a:pt x="331688" y="190500"/>
                  <a:pt x="341313" y="190500"/>
                </a:cubicBezTo>
                <a:lnTo>
                  <a:pt x="476349" y="190500"/>
                </a:lnTo>
                <a:close/>
                <a:moveTo>
                  <a:pt x="505520" y="290215"/>
                </a:moveTo>
                <a:cubicBezTo>
                  <a:pt x="508000" y="272852"/>
                  <a:pt x="495895" y="256778"/>
                  <a:pt x="478631" y="254298"/>
                </a:cubicBezTo>
                <a:cubicBezTo>
                  <a:pt x="461367" y="251817"/>
                  <a:pt x="445195" y="263922"/>
                  <a:pt x="442714" y="281186"/>
                </a:cubicBezTo>
                <a:cubicBezTo>
                  <a:pt x="429518" y="373459"/>
                  <a:pt x="350044" y="444401"/>
                  <a:pt x="254099" y="444401"/>
                </a:cubicBezTo>
                <a:cubicBezTo>
                  <a:pt x="210046" y="444401"/>
                  <a:pt x="169565" y="429518"/>
                  <a:pt x="137319" y="404416"/>
                </a:cubicBezTo>
                <a:lnTo>
                  <a:pt x="183555" y="358180"/>
                </a:lnTo>
                <a:cubicBezTo>
                  <a:pt x="190401" y="351334"/>
                  <a:pt x="192385" y="341114"/>
                  <a:pt x="188714" y="332184"/>
                </a:cubicBezTo>
                <a:cubicBezTo>
                  <a:pt x="185043" y="323255"/>
                  <a:pt x="176312" y="317500"/>
                  <a:pt x="166688" y="317500"/>
                </a:cubicBezTo>
                <a:lnTo>
                  <a:pt x="23812" y="317500"/>
                </a:lnTo>
                <a:cubicBezTo>
                  <a:pt x="10616" y="317500"/>
                  <a:pt x="0" y="328116"/>
                  <a:pt x="0" y="341313"/>
                </a:cubicBezTo>
                <a:lnTo>
                  <a:pt x="0" y="484187"/>
                </a:lnTo>
                <a:cubicBezTo>
                  <a:pt x="0" y="493812"/>
                  <a:pt x="5755" y="502543"/>
                  <a:pt x="14684" y="506214"/>
                </a:cubicBezTo>
                <a:cubicBezTo>
                  <a:pt x="23614" y="509885"/>
                  <a:pt x="33834" y="507802"/>
                  <a:pt x="40680" y="501055"/>
                </a:cubicBezTo>
                <a:lnTo>
                  <a:pt x="92075" y="449659"/>
                </a:lnTo>
                <a:cubicBezTo>
                  <a:pt x="135930" y="486073"/>
                  <a:pt x="192484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12382500" y="2984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MPU6050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82500" y="33401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6-Axis IMU for Fall Detection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1557000" y="4064000"/>
            <a:ext cx="3937000" cy="1016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6" name="Shape 23"/>
          <p:cNvSpPr/>
          <p:nvPr/>
        </p:nvSpPr>
        <p:spPr>
          <a:xfrm>
            <a:off x="11747500" y="425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7523" y="11410"/>
                </a:moveTo>
                <a:cubicBezTo>
                  <a:pt x="67557" y="4564"/>
                  <a:pt x="54504" y="8235"/>
                  <a:pt x="48419" y="19447"/>
                </a:cubicBezTo>
                <a:cubicBezTo>
                  <a:pt x="26547" y="60127"/>
                  <a:pt x="14023" y="107851"/>
                  <a:pt x="14023" y="158750"/>
                </a:cubicBezTo>
                <a:cubicBezTo>
                  <a:pt x="14023" y="209649"/>
                  <a:pt x="26547" y="257373"/>
                  <a:pt x="48419" y="298053"/>
                </a:cubicBezTo>
                <a:cubicBezTo>
                  <a:pt x="54504" y="309265"/>
                  <a:pt x="67469" y="312936"/>
                  <a:pt x="77523" y="306090"/>
                </a:cubicBezTo>
                <a:cubicBezTo>
                  <a:pt x="87577" y="299244"/>
                  <a:pt x="90752" y="284659"/>
                  <a:pt x="84667" y="273348"/>
                </a:cubicBezTo>
                <a:cubicBezTo>
                  <a:pt x="66763" y="240010"/>
                  <a:pt x="56444" y="200720"/>
                  <a:pt x="56444" y="158750"/>
                </a:cubicBezTo>
                <a:cubicBezTo>
                  <a:pt x="56444" y="116780"/>
                  <a:pt x="66763" y="77490"/>
                  <a:pt x="84755" y="44053"/>
                </a:cubicBezTo>
                <a:cubicBezTo>
                  <a:pt x="90840" y="32841"/>
                  <a:pt x="87577" y="18157"/>
                  <a:pt x="77611" y="11311"/>
                </a:cubicBezTo>
                <a:close/>
                <a:moveTo>
                  <a:pt x="430389" y="11410"/>
                </a:moveTo>
                <a:cubicBezTo>
                  <a:pt x="420423" y="18256"/>
                  <a:pt x="417160" y="32841"/>
                  <a:pt x="423245" y="44152"/>
                </a:cubicBezTo>
                <a:cubicBezTo>
                  <a:pt x="441237" y="77589"/>
                  <a:pt x="451556" y="116880"/>
                  <a:pt x="451556" y="158849"/>
                </a:cubicBezTo>
                <a:cubicBezTo>
                  <a:pt x="451556" y="200819"/>
                  <a:pt x="441237" y="240109"/>
                  <a:pt x="423245" y="273546"/>
                </a:cubicBezTo>
                <a:cubicBezTo>
                  <a:pt x="417160" y="284758"/>
                  <a:pt x="420423" y="299442"/>
                  <a:pt x="430389" y="306288"/>
                </a:cubicBezTo>
                <a:cubicBezTo>
                  <a:pt x="440355" y="313134"/>
                  <a:pt x="453408" y="309463"/>
                  <a:pt x="459493" y="298252"/>
                </a:cubicBezTo>
                <a:cubicBezTo>
                  <a:pt x="481365" y="257572"/>
                  <a:pt x="493889" y="209848"/>
                  <a:pt x="493889" y="158948"/>
                </a:cubicBezTo>
                <a:cubicBezTo>
                  <a:pt x="493889" y="108049"/>
                  <a:pt x="481365" y="60127"/>
                  <a:pt x="459493" y="19447"/>
                </a:cubicBezTo>
                <a:cubicBezTo>
                  <a:pt x="453408" y="8235"/>
                  <a:pt x="440443" y="4564"/>
                  <a:pt x="430389" y="11410"/>
                </a:cubicBezTo>
                <a:close/>
                <a:moveTo>
                  <a:pt x="282222" y="213717"/>
                </a:moveTo>
                <a:cubicBezTo>
                  <a:pt x="299067" y="202704"/>
                  <a:pt x="310444" y="182265"/>
                  <a:pt x="310444" y="158750"/>
                </a:cubicBezTo>
                <a:cubicBezTo>
                  <a:pt x="310444" y="123726"/>
                  <a:pt x="285133" y="95250"/>
                  <a:pt x="254000" y="95250"/>
                </a:cubicBezTo>
                <a:cubicBezTo>
                  <a:pt x="222867" y="95250"/>
                  <a:pt x="197556" y="123726"/>
                  <a:pt x="197556" y="158750"/>
                </a:cubicBezTo>
                <a:cubicBezTo>
                  <a:pt x="197556" y="182265"/>
                  <a:pt x="208933" y="202803"/>
                  <a:pt x="225778" y="213717"/>
                </a:cubicBezTo>
                <a:lnTo>
                  <a:pt x="225778" y="476250"/>
                </a:lnTo>
                <a:cubicBezTo>
                  <a:pt x="225778" y="493812"/>
                  <a:pt x="238390" y="508000"/>
                  <a:pt x="254000" y="508000"/>
                </a:cubicBezTo>
                <a:cubicBezTo>
                  <a:pt x="269610" y="508000"/>
                  <a:pt x="282222" y="493812"/>
                  <a:pt x="282222" y="476250"/>
                </a:cubicBezTo>
                <a:lnTo>
                  <a:pt x="282222" y="213717"/>
                </a:lnTo>
                <a:close/>
                <a:moveTo>
                  <a:pt x="158926" y="90289"/>
                </a:moveTo>
                <a:cubicBezTo>
                  <a:pt x="165276" y="79177"/>
                  <a:pt x="162366" y="64492"/>
                  <a:pt x="152576" y="57348"/>
                </a:cubicBezTo>
                <a:cubicBezTo>
                  <a:pt x="142787" y="50205"/>
                  <a:pt x="129646" y="53479"/>
                  <a:pt x="123296" y="64492"/>
                </a:cubicBezTo>
                <a:cubicBezTo>
                  <a:pt x="107774" y="91678"/>
                  <a:pt x="98778" y="124023"/>
                  <a:pt x="98778" y="158750"/>
                </a:cubicBezTo>
                <a:cubicBezTo>
                  <a:pt x="98778" y="193477"/>
                  <a:pt x="107774" y="225822"/>
                  <a:pt x="123296" y="253008"/>
                </a:cubicBezTo>
                <a:cubicBezTo>
                  <a:pt x="129646" y="264120"/>
                  <a:pt x="142699" y="267295"/>
                  <a:pt x="152576" y="260152"/>
                </a:cubicBezTo>
                <a:cubicBezTo>
                  <a:pt x="162454" y="253008"/>
                  <a:pt x="165276" y="238323"/>
                  <a:pt x="158926" y="227211"/>
                </a:cubicBezTo>
                <a:cubicBezTo>
                  <a:pt x="147637" y="207466"/>
                  <a:pt x="141111" y="183952"/>
                  <a:pt x="141111" y="158750"/>
                </a:cubicBezTo>
                <a:cubicBezTo>
                  <a:pt x="141111" y="133548"/>
                  <a:pt x="147638" y="110034"/>
                  <a:pt x="158926" y="90289"/>
                </a:cubicBezTo>
                <a:close/>
                <a:moveTo>
                  <a:pt x="384704" y="64492"/>
                </a:moveTo>
                <a:cubicBezTo>
                  <a:pt x="378354" y="53380"/>
                  <a:pt x="365301" y="50205"/>
                  <a:pt x="355424" y="57348"/>
                </a:cubicBezTo>
                <a:cubicBezTo>
                  <a:pt x="345546" y="64492"/>
                  <a:pt x="342724" y="79177"/>
                  <a:pt x="349074" y="90289"/>
                </a:cubicBezTo>
                <a:cubicBezTo>
                  <a:pt x="360363" y="110034"/>
                  <a:pt x="366889" y="133548"/>
                  <a:pt x="366889" y="158750"/>
                </a:cubicBezTo>
                <a:cubicBezTo>
                  <a:pt x="366889" y="183952"/>
                  <a:pt x="360363" y="207466"/>
                  <a:pt x="349074" y="227211"/>
                </a:cubicBezTo>
                <a:cubicBezTo>
                  <a:pt x="342724" y="238323"/>
                  <a:pt x="345634" y="253008"/>
                  <a:pt x="355424" y="260152"/>
                </a:cubicBezTo>
                <a:cubicBezTo>
                  <a:pt x="365213" y="267295"/>
                  <a:pt x="378354" y="264021"/>
                  <a:pt x="384704" y="253008"/>
                </a:cubicBezTo>
                <a:cubicBezTo>
                  <a:pt x="400226" y="225822"/>
                  <a:pt x="409222" y="193477"/>
                  <a:pt x="409222" y="158750"/>
                </a:cubicBezTo>
                <a:cubicBezTo>
                  <a:pt x="409222" y="124023"/>
                  <a:pt x="400226" y="91678"/>
                  <a:pt x="384704" y="64492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12382500" y="41910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HC-SR04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382500" y="45466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Ultrasonic Obstacle Detection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62000" y="5588000"/>
            <a:ext cx="14732000" cy="1270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0" name="Shape 27"/>
          <p:cNvSpPr/>
          <p:nvPr/>
        </p:nvSpPr>
        <p:spPr>
          <a:xfrm>
            <a:off x="1524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1" name="Text 28"/>
          <p:cNvSpPr/>
          <p:nvPr/>
        </p:nvSpPr>
        <p:spPr>
          <a:xfrm>
            <a:off x="1270000" y="635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24V DC Motors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26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7190" y="114300"/>
                </a:moveTo>
                <a:cubicBezTo>
                  <a:pt x="383476" y="114300"/>
                  <a:pt x="388620" y="120729"/>
                  <a:pt x="388620" y="128588"/>
                </a:cubicBezTo>
                <a:lnTo>
                  <a:pt x="388620" y="328613"/>
                </a:lnTo>
                <a:cubicBezTo>
                  <a:pt x="388620" y="336471"/>
                  <a:pt x="383476" y="342900"/>
                  <a:pt x="377190" y="342900"/>
                </a:cubicBezTo>
                <a:lnTo>
                  <a:pt x="80010" y="342900"/>
                </a:lnTo>
                <a:cubicBezTo>
                  <a:pt x="73724" y="342900"/>
                  <a:pt x="68580" y="336471"/>
                  <a:pt x="68580" y="328613"/>
                </a:cubicBezTo>
                <a:lnTo>
                  <a:pt x="68580" y="128588"/>
                </a:lnTo>
                <a:cubicBezTo>
                  <a:pt x="68580" y="120729"/>
                  <a:pt x="73724" y="114300"/>
                  <a:pt x="80010" y="114300"/>
                </a:cubicBezTo>
                <a:lnTo>
                  <a:pt x="377190" y="114300"/>
                </a:lnTo>
                <a:close/>
                <a:moveTo>
                  <a:pt x="80010" y="57150"/>
                </a:moveTo>
                <a:cubicBezTo>
                  <a:pt x="48435" y="57150"/>
                  <a:pt x="22860" y="89118"/>
                  <a:pt x="22860" y="128588"/>
                </a:cubicBezTo>
                <a:lnTo>
                  <a:pt x="22860" y="328613"/>
                </a:lnTo>
                <a:cubicBezTo>
                  <a:pt x="22860" y="368082"/>
                  <a:pt x="48435" y="400050"/>
                  <a:pt x="80010" y="400050"/>
                </a:cubicBezTo>
                <a:lnTo>
                  <a:pt x="377190" y="400050"/>
                </a:lnTo>
                <a:cubicBezTo>
                  <a:pt x="408765" y="400050"/>
                  <a:pt x="434340" y="368082"/>
                  <a:pt x="434340" y="328613"/>
                </a:cubicBezTo>
                <a:lnTo>
                  <a:pt x="434340" y="285750"/>
                </a:lnTo>
                <a:cubicBezTo>
                  <a:pt x="446984" y="285750"/>
                  <a:pt x="457200" y="272981"/>
                  <a:pt x="457200" y="257175"/>
                </a:cubicBezTo>
                <a:lnTo>
                  <a:pt x="457200" y="200025"/>
                </a:lnTo>
                <a:cubicBezTo>
                  <a:pt x="457200" y="184219"/>
                  <a:pt x="446984" y="171450"/>
                  <a:pt x="434340" y="171450"/>
                </a:cubicBezTo>
                <a:lnTo>
                  <a:pt x="434340" y="128588"/>
                </a:lnTo>
                <a:cubicBezTo>
                  <a:pt x="434340" y="89118"/>
                  <a:pt x="408765" y="57150"/>
                  <a:pt x="377190" y="57150"/>
                </a:cubicBezTo>
                <a:lnTo>
                  <a:pt x="80010" y="57150"/>
                </a:lnTo>
                <a:close/>
                <a:moveTo>
                  <a:pt x="120015" y="157163"/>
                </a:moveTo>
                <a:cubicBezTo>
                  <a:pt x="110514" y="157163"/>
                  <a:pt x="102870" y="166717"/>
                  <a:pt x="102870" y="178594"/>
                </a:cubicBezTo>
                <a:lnTo>
                  <a:pt x="102870" y="278606"/>
                </a:lnTo>
                <a:cubicBezTo>
                  <a:pt x="102870" y="290483"/>
                  <a:pt x="110514" y="300038"/>
                  <a:pt x="120015" y="300038"/>
                </a:cubicBezTo>
                <a:lnTo>
                  <a:pt x="337185" y="300038"/>
                </a:lnTo>
                <a:cubicBezTo>
                  <a:pt x="346686" y="300038"/>
                  <a:pt x="354330" y="290483"/>
                  <a:pt x="354330" y="278606"/>
                </a:cubicBezTo>
                <a:lnTo>
                  <a:pt x="354330" y="178594"/>
                </a:lnTo>
                <a:cubicBezTo>
                  <a:pt x="354330" y="166717"/>
                  <a:pt x="346686" y="157163"/>
                  <a:pt x="337185" y="157163"/>
                </a:cubicBezTo>
                <a:lnTo>
                  <a:pt x="120015" y="157163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3" name="Text 30"/>
          <p:cNvSpPr/>
          <p:nvPr/>
        </p:nvSpPr>
        <p:spPr>
          <a:xfrm>
            <a:off x="4318000" y="635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Li-ion 24V Battery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128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700" y="85725"/>
                </a:moveTo>
                <a:lnTo>
                  <a:pt x="304800" y="142875"/>
                </a:lnTo>
                <a:lnTo>
                  <a:pt x="203200" y="142875"/>
                </a:lnTo>
                <a:lnTo>
                  <a:pt x="203200" y="85725"/>
                </a:lnTo>
                <a:lnTo>
                  <a:pt x="266700" y="85725"/>
                </a:lnTo>
                <a:close/>
                <a:moveTo>
                  <a:pt x="368300" y="142875"/>
                </a:moveTo>
                <a:lnTo>
                  <a:pt x="307340" y="51435"/>
                </a:lnTo>
                <a:cubicBezTo>
                  <a:pt x="297736" y="37058"/>
                  <a:pt x="282654" y="28575"/>
                  <a:pt x="266700" y="28575"/>
                </a:cubicBezTo>
                <a:lnTo>
                  <a:pt x="177800" y="28575"/>
                </a:lnTo>
                <a:cubicBezTo>
                  <a:pt x="163751" y="28575"/>
                  <a:pt x="152400" y="41344"/>
                  <a:pt x="152400" y="57150"/>
                </a:cubicBezTo>
                <a:lnTo>
                  <a:pt x="152400" y="142875"/>
                </a:lnTo>
                <a:lnTo>
                  <a:pt x="38100" y="142875"/>
                </a:lnTo>
                <a:cubicBezTo>
                  <a:pt x="17066" y="142875"/>
                  <a:pt x="0" y="162074"/>
                  <a:pt x="0" y="185738"/>
                </a:cubicBezTo>
                <a:lnTo>
                  <a:pt x="0" y="242888"/>
                </a:lnTo>
                <a:cubicBezTo>
                  <a:pt x="0" y="259050"/>
                  <a:pt x="8017" y="273159"/>
                  <a:pt x="19764" y="280481"/>
                </a:cubicBezTo>
                <a:cubicBezTo>
                  <a:pt x="19367" y="285571"/>
                  <a:pt x="20638" y="290840"/>
                  <a:pt x="23495" y="295126"/>
                </a:cubicBezTo>
                <a:cubicBezTo>
                  <a:pt x="20558" y="301288"/>
                  <a:pt x="18098" y="307717"/>
                  <a:pt x="16351" y="314593"/>
                </a:cubicBezTo>
                <a:cubicBezTo>
                  <a:pt x="7144" y="316111"/>
                  <a:pt x="0" y="325041"/>
                  <a:pt x="0" y="335846"/>
                </a:cubicBezTo>
                <a:lnTo>
                  <a:pt x="0" y="350133"/>
                </a:lnTo>
                <a:cubicBezTo>
                  <a:pt x="0" y="360938"/>
                  <a:pt x="7064" y="369868"/>
                  <a:pt x="16351" y="371386"/>
                </a:cubicBezTo>
                <a:cubicBezTo>
                  <a:pt x="18098" y="378172"/>
                  <a:pt x="20558" y="384691"/>
                  <a:pt x="23495" y="390852"/>
                </a:cubicBezTo>
                <a:cubicBezTo>
                  <a:pt x="17939" y="399246"/>
                  <a:pt x="18494" y="411212"/>
                  <a:pt x="25321" y="418802"/>
                </a:cubicBezTo>
                <a:lnTo>
                  <a:pt x="34290" y="428893"/>
                </a:lnTo>
                <a:cubicBezTo>
                  <a:pt x="41116" y="436572"/>
                  <a:pt x="51673" y="437198"/>
                  <a:pt x="59134" y="430857"/>
                </a:cubicBezTo>
                <a:cubicBezTo>
                  <a:pt x="64532" y="434161"/>
                  <a:pt x="70326" y="436930"/>
                  <a:pt x="76359" y="438894"/>
                </a:cubicBezTo>
                <a:cubicBezTo>
                  <a:pt x="77708" y="449253"/>
                  <a:pt x="85646" y="457289"/>
                  <a:pt x="95250" y="457289"/>
                </a:cubicBezTo>
                <a:lnTo>
                  <a:pt x="107950" y="457289"/>
                </a:lnTo>
                <a:cubicBezTo>
                  <a:pt x="117554" y="457289"/>
                  <a:pt x="125492" y="449342"/>
                  <a:pt x="126841" y="438894"/>
                </a:cubicBezTo>
                <a:cubicBezTo>
                  <a:pt x="132874" y="436930"/>
                  <a:pt x="138668" y="434161"/>
                  <a:pt x="144066" y="430857"/>
                </a:cubicBezTo>
                <a:cubicBezTo>
                  <a:pt x="151527" y="437108"/>
                  <a:pt x="162163" y="436483"/>
                  <a:pt x="168910" y="428893"/>
                </a:cubicBezTo>
                <a:lnTo>
                  <a:pt x="177879" y="418802"/>
                </a:lnTo>
                <a:cubicBezTo>
                  <a:pt x="184706" y="411123"/>
                  <a:pt x="185261" y="399246"/>
                  <a:pt x="179705" y="390852"/>
                </a:cubicBezTo>
                <a:cubicBezTo>
                  <a:pt x="182642" y="384780"/>
                  <a:pt x="185103" y="378262"/>
                  <a:pt x="186849" y="371475"/>
                </a:cubicBezTo>
                <a:cubicBezTo>
                  <a:pt x="196056" y="369957"/>
                  <a:pt x="203200" y="361027"/>
                  <a:pt x="203200" y="350222"/>
                </a:cubicBezTo>
                <a:lnTo>
                  <a:pt x="203200" y="335935"/>
                </a:lnTo>
                <a:cubicBezTo>
                  <a:pt x="203200" y="325130"/>
                  <a:pt x="196136" y="316200"/>
                  <a:pt x="186849" y="314682"/>
                </a:cubicBezTo>
                <a:cubicBezTo>
                  <a:pt x="185103" y="307896"/>
                  <a:pt x="182642" y="301377"/>
                  <a:pt x="179705" y="295305"/>
                </a:cubicBezTo>
                <a:cubicBezTo>
                  <a:pt x="181610" y="292447"/>
                  <a:pt x="182801" y="289233"/>
                  <a:pt x="183277" y="285929"/>
                </a:cubicBezTo>
                <a:lnTo>
                  <a:pt x="273923" y="285929"/>
                </a:lnTo>
                <a:cubicBezTo>
                  <a:pt x="274399" y="289233"/>
                  <a:pt x="275590" y="292447"/>
                  <a:pt x="277495" y="295305"/>
                </a:cubicBezTo>
                <a:cubicBezTo>
                  <a:pt x="274558" y="301466"/>
                  <a:pt x="272098" y="307896"/>
                  <a:pt x="270351" y="314771"/>
                </a:cubicBezTo>
                <a:cubicBezTo>
                  <a:pt x="261144" y="316290"/>
                  <a:pt x="254000" y="325219"/>
                  <a:pt x="254000" y="336024"/>
                </a:cubicBezTo>
                <a:lnTo>
                  <a:pt x="254000" y="350312"/>
                </a:lnTo>
                <a:cubicBezTo>
                  <a:pt x="254000" y="361117"/>
                  <a:pt x="261064" y="370046"/>
                  <a:pt x="270351" y="371564"/>
                </a:cubicBezTo>
                <a:cubicBezTo>
                  <a:pt x="272098" y="378351"/>
                  <a:pt x="274558" y="384870"/>
                  <a:pt x="277495" y="391031"/>
                </a:cubicBezTo>
                <a:cubicBezTo>
                  <a:pt x="271939" y="399425"/>
                  <a:pt x="272494" y="411391"/>
                  <a:pt x="279241" y="418981"/>
                </a:cubicBezTo>
                <a:lnTo>
                  <a:pt x="288211" y="429071"/>
                </a:lnTo>
                <a:cubicBezTo>
                  <a:pt x="294958" y="436751"/>
                  <a:pt x="305594" y="437376"/>
                  <a:pt x="313055" y="431036"/>
                </a:cubicBezTo>
                <a:cubicBezTo>
                  <a:pt x="318453" y="434340"/>
                  <a:pt x="324247" y="437108"/>
                  <a:pt x="330279" y="439073"/>
                </a:cubicBezTo>
                <a:cubicBezTo>
                  <a:pt x="331629" y="449431"/>
                  <a:pt x="339566" y="457468"/>
                  <a:pt x="349171" y="457468"/>
                </a:cubicBezTo>
                <a:lnTo>
                  <a:pt x="361871" y="457468"/>
                </a:lnTo>
                <a:cubicBezTo>
                  <a:pt x="371475" y="457468"/>
                  <a:pt x="379413" y="449520"/>
                  <a:pt x="380762" y="439073"/>
                </a:cubicBezTo>
                <a:cubicBezTo>
                  <a:pt x="386794" y="437108"/>
                  <a:pt x="392589" y="434340"/>
                  <a:pt x="398066" y="431036"/>
                </a:cubicBezTo>
                <a:cubicBezTo>
                  <a:pt x="405527" y="437287"/>
                  <a:pt x="416163" y="436662"/>
                  <a:pt x="422910" y="429071"/>
                </a:cubicBezTo>
                <a:lnTo>
                  <a:pt x="431879" y="418981"/>
                </a:lnTo>
                <a:cubicBezTo>
                  <a:pt x="438706" y="411301"/>
                  <a:pt x="439261" y="399425"/>
                  <a:pt x="433626" y="391031"/>
                </a:cubicBezTo>
                <a:cubicBezTo>
                  <a:pt x="436563" y="384959"/>
                  <a:pt x="439023" y="378440"/>
                  <a:pt x="440769" y="371654"/>
                </a:cubicBezTo>
                <a:cubicBezTo>
                  <a:pt x="449977" y="370136"/>
                  <a:pt x="457121" y="361206"/>
                  <a:pt x="457121" y="350401"/>
                </a:cubicBezTo>
                <a:lnTo>
                  <a:pt x="457121" y="336113"/>
                </a:lnTo>
                <a:cubicBezTo>
                  <a:pt x="457121" y="325309"/>
                  <a:pt x="450056" y="316379"/>
                  <a:pt x="440769" y="314861"/>
                </a:cubicBezTo>
                <a:cubicBezTo>
                  <a:pt x="439023" y="308074"/>
                  <a:pt x="436563" y="301556"/>
                  <a:pt x="433626" y="295483"/>
                </a:cubicBezTo>
                <a:cubicBezTo>
                  <a:pt x="436483" y="291197"/>
                  <a:pt x="437753" y="285929"/>
                  <a:pt x="437356" y="280839"/>
                </a:cubicBezTo>
                <a:cubicBezTo>
                  <a:pt x="449104" y="273516"/>
                  <a:pt x="457121" y="259497"/>
                  <a:pt x="457121" y="243245"/>
                </a:cubicBezTo>
                <a:lnTo>
                  <a:pt x="457121" y="186095"/>
                </a:lnTo>
                <a:cubicBezTo>
                  <a:pt x="457121" y="162431"/>
                  <a:pt x="440055" y="143232"/>
                  <a:pt x="419021" y="143232"/>
                </a:cubicBezTo>
                <a:lnTo>
                  <a:pt x="368221" y="143232"/>
                </a:lnTo>
                <a:close/>
                <a:moveTo>
                  <a:pt x="101600" y="300038"/>
                </a:moveTo>
                <a:cubicBezTo>
                  <a:pt x="122628" y="300038"/>
                  <a:pt x="139700" y="319244"/>
                  <a:pt x="139700" y="342900"/>
                </a:cubicBezTo>
                <a:cubicBezTo>
                  <a:pt x="139700" y="366556"/>
                  <a:pt x="122628" y="385763"/>
                  <a:pt x="101600" y="385763"/>
                </a:cubicBezTo>
                <a:cubicBezTo>
                  <a:pt x="80572" y="385763"/>
                  <a:pt x="63500" y="366556"/>
                  <a:pt x="63500" y="342900"/>
                </a:cubicBezTo>
                <a:cubicBezTo>
                  <a:pt x="63500" y="319244"/>
                  <a:pt x="80572" y="300038"/>
                  <a:pt x="101600" y="300038"/>
                </a:cubicBezTo>
                <a:close/>
                <a:moveTo>
                  <a:pt x="317500" y="342900"/>
                </a:moveTo>
                <a:cubicBezTo>
                  <a:pt x="317500" y="319244"/>
                  <a:pt x="334572" y="300038"/>
                  <a:pt x="355600" y="300038"/>
                </a:cubicBezTo>
                <a:cubicBezTo>
                  <a:pt x="376628" y="300038"/>
                  <a:pt x="393700" y="319244"/>
                  <a:pt x="393700" y="342900"/>
                </a:cubicBezTo>
                <a:cubicBezTo>
                  <a:pt x="393700" y="366556"/>
                  <a:pt x="376628" y="385763"/>
                  <a:pt x="355600" y="385763"/>
                </a:cubicBezTo>
                <a:cubicBezTo>
                  <a:pt x="334572" y="385763"/>
                  <a:pt x="317500" y="366556"/>
                  <a:pt x="317500" y="34290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5" name="Text 32"/>
          <p:cNvSpPr/>
          <p:nvPr/>
        </p:nvSpPr>
        <p:spPr>
          <a:xfrm>
            <a:off x="7620000" y="635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Driver Board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1430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7" name="Text 34"/>
          <p:cNvSpPr/>
          <p:nvPr/>
        </p:nvSpPr>
        <p:spPr>
          <a:xfrm>
            <a:off x="10922000" y="635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Steel Chassis Frame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6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kiqupqur6eqo/mnt/agents/output/biomove/images/2_Advanced_EMG_Sensors_for_Muscle_Analysis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5000"/>
                </a:srgbClr>
              </a:gs>
              <a:gs pos="55000">
                <a:srgbClr val="0F172A">
                  <a:alpha val="88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571500"/>
            <a:ext cx="2032000" cy="406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5715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CHANGER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" y="1143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EMG SENSOR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62000" y="17780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2032000"/>
            <a:ext cx="825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wheelchair-integrated </a:t>
            </a:r>
            <a:r>
              <a:rPr lang="en-US" sz="18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EMG rehabilitation platform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transforming muscle signals into actionable health insights.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3048000"/>
            <a:ext cx="3810000" cy="1651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0" name="Shape 7"/>
          <p:cNvSpPr/>
          <p:nvPr/>
        </p:nvSpPr>
        <p:spPr>
          <a:xfrm>
            <a:off x="10160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85725"/>
                </a:moveTo>
                <a:cubicBezTo>
                  <a:pt x="57150" y="69919"/>
                  <a:pt x="69919" y="57150"/>
                  <a:pt x="85725" y="57150"/>
                </a:cubicBezTo>
                <a:lnTo>
                  <a:pt x="228600" y="57150"/>
                </a:lnTo>
                <a:cubicBezTo>
                  <a:pt x="244406" y="57150"/>
                  <a:pt x="257175" y="69919"/>
                  <a:pt x="257175" y="85725"/>
                </a:cubicBezTo>
                <a:lnTo>
                  <a:pt x="257175" y="342900"/>
                </a:lnTo>
                <a:lnTo>
                  <a:pt x="342900" y="342900"/>
                </a:lnTo>
                <a:lnTo>
                  <a:pt x="342900" y="228600"/>
                </a:lnTo>
                <a:cubicBezTo>
                  <a:pt x="342900" y="212794"/>
                  <a:pt x="355669" y="200025"/>
                  <a:pt x="371475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400050" y="257175"/>
                </a:lnTo>
                <a:lnTo>
                  <a:pt x="400050" y="371475"/>
                </a:lnTo>
                <a:cubicBezTo>
                  <a:pt x="400050" y="387281"/>
                  <a:pt x="387281" y="400050"/>
                  <a:pt x="371475" y="400050"/>
                </a:cubicBezTo>
                <a:lnTo>
                  <a:pt x="228600" y="400050"/>
                </a:lnTo>
                <a:cubicBezTo>
                  <a:pt x="212794" y="400050"/>
                  <a:pt x="200025" y="387281"/>
                  <a:pt x="200025" y="371475"/>
                </a:cubicBezTo>
                <a:lnTo>
                  <a:pt x="200025" y="114300"/>
                </a:lnTo>
                <a:lnTo>
                  <a:pt x="114300" y="114300"/>
                </a:lnTo>
                <a:lnTo>
                  <a:pt x="114300" y="228600"/>
                </a:lnTo>
                <a:cubicBezTo>
                  <a:pt x="114300" y="244406"/>
                  <a:pt x="101531" y="257175"/>
                  <a:pt x="85725" y="257175"/>
                </a:cubicBezTo>
                <a:lnTo>
                  <a:pt x="28575" y="257175"/>
                </a:lnTo>
                <a:cubicBezTo>
                  <a:pt x="12769" y="257175"/>
                  <a:pt x="0" y="244406"/>
                  <a:pt x="0" y="228600"/>
                </a:cubicBezTo>
                <a:cubicBezTo>
                  <a:pt x="0" y="212794"/>
                  <a:pt x="12769" y="200025"/>
                  <a:pt x="28575" y="200025"/>
                </a:cubicBezTo>
                <a:lnTo>
                  <a:pt x="57150" y="200025"/>
                </a:lnTo>
                <a:lnTo>
                  <a:pt x="57150" y="85725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1587500" y="3238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MUSCLE MONITORING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3810000"/>
            <a:ext cx="3365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EMG signal acquisition and visualization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26000" y="3048000"/>
            <a:ext cx="3810000" cy="1651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Shape 11"/>
          <p:cNvSpPr/>
          <p:nvPr/>
        </p:nvSpPr>
        <p:spPr>
          <a:xfrm>
            <a:off x="50800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5651500" y="3238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REHABILITATION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80000" y="3810000"/>
            <a:ext cx="3365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muscle recovery progress over time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62000" y="4953000"/>
            <a:ext cx="3810000" cy="1651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8" name="Shape 15"/>
          <p:cNvSpPr/>
          <p:nvPr/>
        </p:nvSpPr>
        <p:spPr>
          <a:xfrm>
            <a:off x="1016000" y="514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9" name="Text 16"/>
          <p:cNvSpPr/>
          <p:nvPr/>
        </p:nvSpPr>
        <p:spPr>
          <a:xfrm>
            <a:off x="1587500" y="5143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FATIGUE DETECTION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16000" y="5715000"/>
            <a:ext cx="3365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warning before muscle overexertion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826000" y="4953000"/>
            <a:ext cx="3810000" cy="1651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Shape 19"/>
          <p:cNvSpPr/>
          <p:nvPr/>
        </p:nvSpPr>
        <p:spPr>
          <a:xfrm>
            <a:off x="5080000" y="514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0629" y="35719"/>
                </a:moveTo>
                <a:cubicBezTo>
                  <a:pt x="130629" y="15984"/>
                  <a:pt x="148896" y="0"/>
                  <a:pt x="171450" y="0"/>
                </a:cubicBezTo>
                <a:cubicBezTo>
                  <a:pt x="194004" y="0"/>
                  <a:pt x="212271" y="15984"/>
                  <a:pt x="212271" y="35719"/>
                </a:cubicBezTo>
                <a:lnTo>
                  <a:pt x="212271" y="168057"/>
                </a:lnTo>
                <a:cubicBezTo>
                  <a:pt x="220946" y="161270"/>
                  <a:pt x="232376" y="157163"/>
                  <a:pt x="244929" y="157163"/>
                </a:cubicBezTo>
                <a:cubicBezTo>
                  <a:pt x="265952" y="157163"/>
                  <a:pt x="283913" y="168771"/>
                  <a:pt x="290853" y="185023"/>
                </a:cubicBezTo>
                <a:cubicBezTo>
                  <a:pt x="299833" y="176719"/>
                  <a:pt x="312488" y="171450"/>
                  <a:pt x="326571" y="171450"/>
                </a:cubicBezTo>
                <a:cubicBezTo>
                  <a:pt x="352391" y="171450"/>
                  <a:pt x="373516" y="188863"/>
                  <a:pt x="375455" y="211009"/>
                </a:cubicBezTo>
                <a:cubicBezTo>
                  <a:pt x="384130" y="204133"/>
                  <a:pt x="395662" y="200025"/>
                  <a:pt x="408214" y="200025"/>
                </a:cubicBezTo>
                <a:cubicBezTo>
                  <a:pt x="435258" y="200025"/>
                  <a:pt x="457200" y="219224"/>
                  <a:pt x="457200" y="242888"/>
                </a:cubicBezTo>
                <a:lnTo>
                  <a:pt x="457200" y="342900"/>
                </a:lnTo>
                <a:cubicBezTo>
                  <a:pt x="457200" y="406033"/>
                  <a:pt x="398723" y="457200"/>
                  <a:pt x="326571" y="457200"/>
                </a:cubicBezTo>
                <a:lnTo>
                  <a:pt x="239520" y="457200"/>
                </a:lnTo>
                <a:cubicBezTo>
                  <a:pt x="234417" y="457200"/>
                  <a:pt x="229416" y="456932"/>
                  <a:pt x="224518" y="456307"/>
                </a:cubicBezTo>
                <a:cubicBezTo>
                  <a:pt x="168082" y="451306"/>
                  <a:pt x="116137" y="425946"/>
                  <a:pt x="81643" y="385763"/>
                </a:cubicBezTo>
                <a:lnTo>
                  <a:pt x="8164" y="300038"/>
                </a:lnTo>
                <a:cubicBezTo>
                  <a:pt x="-5409" y="284232"/>
                  <a:pt x="-1735" y="261908"/>
                  <a:pt x="16329" y="250031"/>
                </a:cubicBezTo>
                <a:cubicBezTo>
                  <a:pt x="34392" y="238155"/>
                  <a:pt x="59905" y="241369"/>
                  <a:pt x="73479" y="257175"/>
                </a:cubicBezTo>
                <a:lnTo>
                  <a:pt x="130629" y="323880"/>
                </a:lnTo>
                <a:lnTo>
                  <a:pt x="130629" y="35719"/>
                </a:lnTo>
                <a:close/>
                <a:moveTo>
                  <a:pt x="244929" y="271463"/>
                </a:moveTo>
                <a:cubicBezTo>
                  <a:pt x="244929" y="263604"/>
                  <a:pt x="237581" y="257175"/>
                  <a:pt x="228600" y="257175"/>
                </a:cubicBezTo>
                <a:cubicBezTo>
                  <a:pt x="219619" y="257175"/>
                  <a:pt x="212271" y="263604"/>
                  <a:pt x="212271" y="271463"/>
                </a:cubicBezTo>
                <a:lnTo>
                  <a:pt x="212271" y="357188"/>
                </a:lnTo>
                <a:cubicBezTo>
                  <a:pt x="212271" y="365046"/>
                  <a:pt x="219619" y="371475"/>
                  <a:pt x="228600" y="371475"/>
                </a:cubicBezTo>
                <a:cubicBezTo>
                  <a:pt x="237581" y="371475"/>
                  <a:pt x="244929" y="365046"/>
                  <a:pt x="244929" y="357188"/>
                </a:cubicBezTo>
                <a:lnTo>
                  <a:pt x="244929" y="271463"/>
                </a:lnTo>
                <a:close/>
                <a:moveTo>
                  <a:pt x="293914" y="257175"/>
                </a:moveTo>
                <a:cubicBezTo>
                  <a:pt x="284934" y="257175"/>
                  <a:pt x="277586" y="263604"/>
                  <a:pt x="277586" y="271463"/>
                </a:cubicBezTo>
                <a:lnTo>
                  <a:pt x="277586" y="357188"/>
                </a:lnTo>
                <a:cubicBezTo>
                  <a:pt x="277586" y="365046"/>
                  <a:pt x="284934" y="371475"/>
                  <a:pt x="293914" y="371475"/>
                </a:cubicBezTo>
                <a:cubicBezTo>
                  <a:pt x="302895" y="371475"/>
                  <a:pt x="310243" y="365046"/>
                  <a:pt x="310243" y="357188"/>
                </a:cubicBezTo>
                <a:lnTo>
                  <a:pt x="310243" y="271463"/>
                </a:lnTo>
                <a:cubicBezTo>
                  <a:pt x="310243" y="263604"/>
                  <a:pt x="302895" y="257175"/>
                  <a:pt x="293914" y="257175"/>
                </a:cubicBezTo>
                <a:close/>
                <a:moveTo>
                  <a:pt x="375557" y="271463"/>
                </a:moveTo>
                <a:cubicBezTo>
                  <a:pt x="375557" y="263604"/>
                  <a:pt x="368209" y="257175"/>
                  <a:pt x="359229" y="257175"/>
                </a:cubicBezTo>
                <a:cubicBezTo>
                  <a:pt x="350248" y="257175"/>
                  <a:pt x="342900" y="263604"/>
                  <a:pt x="342900" y="271463"/>
                </a:cubicBezTo>
                <a:lnTo>
                  <a:pt x="342900" y="357188"/>
                </a:lnTo>
                <a:cubicBezTo>
                  <a:pt x="342900" y="365046"/>
                  <a:pt x="350248" y="371475"/>
                  <a:pt x="359229" y="371475"/>
                </a:cubicBezTo>
                <a:cubicBezTo>
                  <a:pt x="368209" y="371475"/>
                  <a:pt x="375557" y="365046"/>
                  <a:pt x="375557" y="357188"/>
                </a:cubicBezTo>
                <a:lnTo>
                  <a:pt x="375557" y="2714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5651500" y="5143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CONTROL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080000" y="5715000"/>
            <a:ext cx="3365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Navigate wheelchair using muscle signals only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62000" y="7048500"/>
            <a:ext cx="7874000" cy="635000"/>
          </a:xfrm>
          <a:prstGeom prst="rect">
            <a:avLst/>
          </a:prstGeom>
          <a:solidFill>
            <a:srgbClr val="0D9488">
              <a:alpha val="25098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16000" y="70485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EMG CONTROL COMING SOON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1397000" y="203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413703" y="0"/>
                  <a:pt x="421005" y="1588"/>
                  <a:pt x="427672" y="4604"/>
                </a:cubicBezTo>
                <a:lnTo>
                  <a:pt x="726758" y="131445"/>
                </a:lnTo>
                <a:cubicBezTo>
                  <a:pt x="761683" y="146209"/>
                  <a:pt x="787718" y="180658"/>
                  <a:pt x="787559" y="222250"/>
                </a:cubicBezTo>
                <a:cubicBezTo>
                  <a:pt x="786765" y="379730"/>
                  <a:pt x="721995" y="667861"/>
                  <a:pt x="448469" y="798830"/>
                </a:cubicBezTo>
                <a:cubicBezTo>
                  <a:pt x="421958" y="811530"/>
                  <a:pt x="391160" y="811530"/>
                  <a:pt x="364649" y="798830"/>
                </a:cubicBezTo>
                <a:cubicBezTo>
                  <a:pt x="90964" y="667861"/>
                  <a:pt x="26352" y="379730"/>
                  <a:pt x="25559" y="222250"/>
                </a:cubicBezTo>
                <a:cubicBezTo>
                  <a:pt x="25400" y="180658"/>
                  <a:pt x="51435" y="146209"/>
                  <a:pt x="86360" y="131445"/>
                </a:cubicBezTo>
                <a:lnTo>
                  <a:pt x="385286" y="4604"/>
                </a:lnTo>
                <a:cubicBezTo>
                  <a:pt x="391954" y="1588"/>
                  <a:pt x="399098" y="0"/>
                  <a:pt x="406400" y="0"/>
                </a:cubicBezTo>
                <a:close/>
                <a:moveTo>
                  <a:pt x="406400" y="106045"/>
                </a:moveTo>
                <a:lnTo>
                  <a:pt x="406400" y="706279"/>
                </a:lnTo>
                <a:cubicBezTo>
                  <a:pt x="625475" y="600234"/>
                  <a:pt x="684371" y="365284"/>
                  <a:pt x="685800" y="224631"/>
                </a:cubicBezTo>
                <a:lnTo>
                  <a:pt x="406400" y="106204"/>
                </a:lnTo>
                <a:lnTo>
                  <a:pt x="406400" y="106204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048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4-LAYER PROTECTION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36195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Multi-sensor safety network for maximum protection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26000" y="1778000"/>
            <a:ext cx="25400" cy="558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0" y="1778000"/>
            <a:ext cx="10033000" cy="12065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9" name="Shape 7"/>
          <p:cNvSpPr/>
          <p:nvPr/>
        </p:nvSpPr>
        <p:spPr>
          <a:xfrm>
            <a:off x="5588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7523" y="11410"/>
                </a:moveTo>
                <a:cubicBezTo>
                  <a:pt x="67557" y="4564"/>
                  <a:pt x="54504" y="8235"/>
                  <a:pt x="48419" y="19447"/>
                </a:cubicBezTo>
                <a:cubicBezTo>
                  <a:pt x="26547" y="60127"/>
                  <a:pt x="14023" y="107851"/>
                  <a:pt x="14023" y="158750"/>
                </a:cubicBezTo>
                <a:cubicBezTo>
                  <a:pt x="14023" y="209649"/>
                  <a:pt x="26547" y="257373"/>
                  <a:pt x="48419" y="298053"/>
                </a:cubicBezTo>
                <a:cubicBezTo>
                  <a:pt x="54504" y="309265"/>
                  <a:pt x="67469" y="312936"/>
                  <a:pt x="77523" y="306090"/>
                </a:cubicBezTo>
                <a:cubicBezTo>
                  <a:pt x="87577" y="299244"/>
                  <a:pt x="90752" y="284659"/>
                  <a:pt x="84667" y="273348"/>
                </a:cubicBezTo>
                <a:cubicBezTo>
                  <a:pt x="66763" y="240010"/>
                  <a:pt x="56444" y="200720"/>
                  <a:pt x="56444" y="158750"/>
                </a:cubicBezTo>
                <a:cubicBezTo>
                  <a:pt x="56444" y="116780"/>
                  <a:pt x="66763" y="77490"/>
                  <a:pt x="84755" y="44053"/>
                </a:cubicBezTo>
                <a:cubicBezTo>
                  <a:pt x="90840" y="32841"/>
                  <a:pt x="87577" y="18157"/>
                  <a:pt x="77611" y="11311"/>
                </a:cubicBezTo>
                <a:close/>
                <a:moveTo>
                  <a:pt x="430389" y="11410"/>
                </a:moveTo>
                <a:cubicBezTo>
                  <a:pt x="420423" y="18256"/>
                  <a:pt x="417160" y="32841"/>
                  <a:pt x="423245" y="44152"/>
                </a:cubicBezTo>
                <a:cubicBezTo>
                  <a:pt x="441237" y="77589"/>
                  <a:pt x="451556" y="116880"/>
                  <a:pt x="451556" y="158849"/>
                </a:cubicBezTo>
                <a:cubicBezTo>
                  <a:pt x="451556" y="200819"/>
                  <a:pt x="441237" y="240109"/>
                  <a:pt x="423245" y="273546"/>
                </a:cubicBezTo>
                <a:cubicBezTo>
                  <a:pt x="417160" y="284758"/>
                  <a:pt x="420423" y="299442"/>
                  <a:pt x="430389" y="306288"/>
                </a:cubicBezTo>
                <a:cubicBezTo>
                  <a:pt x="440355" y="313134"/>
                  <a:pt x="453408" y="309463"/>
                  <a:pt x="459493" y="298252"/>
                </a:cubicBezTo>
                <a:cubicBezTo>
                  <a:pt x="481365" y="257572"/>
                  <a:pt x="493889" y="209848"/>
                  <a:pt x="493889" y="158948"/>
                </a:cubicBezTo>
                <a:cubicBezTo>
                  <a:pt x="493889" y="108049"/>
                  <a:pt x="481365" y="60127"/>
                  <a:pt x="459493" y="19447"/>
                </a:cubicBezTo>
                <a:cubicBezTo>
                  <a:pt x="453408" y="8235"/>
                  <a:pt x="440443" y="4564"/>
                  <a:pt x="430389" y="11410"/>
                </a:cubicBezTo>
                <a:close/>
                <a:moveTo>
                  <a:pt x="282222" y="213717"/>
                </a:moveTo>
                <a:cubicBezTo>
                  <a:pt x="299067" y="202704"/>
                  <a:pt x="310444" y="182265"/>
                  <a:pt x="310444" y="158750"/>
                </a:cubicBezTo>
                <a:cubicBezTo>
                  <a:pt x="310444" y="123726"/>
                  <a:pt x="285133" y="95250"/>
                  <a:pt x="254000" y="95250"/>
                </a:cubicBezTo>
                <a:cubicBezTo>
                  <a:pt x="222867" y="95250"/>
                  <a:pt x="197556" y="123726"/>
                  <a:pt x="197556" y="158750"/>
                </a:cubicBezTo>
                <a:cubicBezTo>
                  <a:pt x="197556" y="182265"/>
                  <a:pt x="208933" y="202803"/>
                  <a:pt x="225778" y="213717"/>
                </a:cubicBezTo>
                <a:lnTo>
                  <a:pt x="225778" y="476250"/>
                </a:lnTo>
                <a:cubicBezTo>
                  <a:pt x="225778" y="493812"/>
                  <a:pt x="238390" y="508000"/>
                  <a:pt x="254000" y="508000"/>
                </a:cubicBezTo>
                <a:cubicBezTo>
                  <a:pt x="269610" y="508000"/>
                  <a:pt x="282222" y="493812"/>
                  <a:pt x="282222" y="476250"/>
                </a:cubicBezTo>
                <a:lnTo>
                  <a:pt x="282222" y="213717"/>
                </a:lnTo>
                <a:close/>
                <a:moveTo>
                  <a:pt x="158926" y="90289"/>
                </a:moveTo>
                <a:cubicBezTo>
                  <a:pt x="165276" y="79177"/>
                  <a:pt x="162366" y="64492"/>
                  <a:pt x="152576" y="57348"/>
                </a:cubicBezTo>
                <a:cubicBezTo>
                  <a:pt x="142787" y="50205"/>
                  <a:pt x="129646" y="53479"/>
                  <a:pt x="123296" y="64492"/>
                </a:cubicBezTo>
                <a:cubicBezTo>
                  <a:pt x="107774" y="91678"/>
                  <a:pt x="98778" y="124023"/>
                  <a:pt x="98778" y="158750"/>
                </a:cubicBezTo>
                <a:cubicBezTo>
                  <a:pt x="98778" y="193477"/>
                  <a:pt x="107774" y="225822"/>
                  <a:pt x="123296" y="253008"/>
                </a:cubicBezTo>
                <a:cubicBezTo>
                  <a:pt x="129646" y="264120"/>
                  <a:pt x="142699" y="267295"/>
                  <a:pt x="152576" y="260152"/>
                </a:cubicBezTo>
                <a:cubicBezTo>
                  <a:pt x="162454" y="253008"/>
                  <a:pt x="165276" y="238323"/>
                  <a:pt x="158926" y="227211"/>
                </a:cubicBezTo>
                <a:cubicBezTo>
                  <a:pt x="147637" y="207466"/>
                  <a:pt x="141111" y="183952"/>
                  <a:pt x="141111" y="158750"/>
                </a:cubicBezTo>
                <a:cubicBezTo>
                  <a:pt x="141111" y="133548"/>
                  <a:pt x="147638" y="110034"/>
                  <a:pt x="158926" y="90289"/>
                </a:cubicBezTo>
                <a:close/>
                <a:moveTo>
                  <a:pt x="384704" y="64492"/>
                </a:moveTo>
                <a:cubicBezTo>
                  <a:pt x="378354" y="53380"/>
                  <a:pt x="365301" y="50205"/>
                  <a:pt x="355424" y="57348"/>
                </a:cubicBezTo>
                <a:cubicBezTo>
                  <a:pt x="345546" y="64492"/>
                  <a:pt x="342724" y="79177"/>
                  <a:pt x="349074" y="90289"/>
                </a:cubicBezTo>
                <a:cubicBezTo>
                  <a:pt x="360363" y="110034"/>
                  <a:pt x="366889" y="133548"/>
                  <a:pt x="366889" y="158750"/>
                </a:cubicBezTo>
                <a:cubicBezTo>
                  <a:pt x="366889" y="183952"/>
                  <a:pt x="360363" y="207466"/>
                  <a:pt x="349074" y="227211"/>
                </a:cubicBezTo>
                <a:cubicBezTo>
                  <a:pt x="342724" y="238323"/>
                  <a:pt x="345634" y="253008"/>
                  <a:pt x="355424" y="260152"/>
                </a:cubicBezTo>
                <a:cubicBezTo>
                  <a:pt x="365213" y="267295"/>
                  <a:pt x="378354" y="264021"/>
                  <a:pt x="384704" y="253008"/>
                </a:cubicBezTo>
                <a:cubicBezTo>
                  <a:pt x="400226" y="225822"/>
                  <a:pt x="409222" y="193477"/>
                  <a:pt x="409222" y="158750"/>
                </a:cubicBezTo>
                <a:cubicBezTo>
                  <a:pt x="409222" y="124023"/>
                  <a:pt x="400226" y="91678"/>
                  <a:pt x="384704" y="64492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286500" y="190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OBSTACLE DETECTION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86500" y="2311400"/>
            <a:ext cx="876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Ultrasonic sensors detect obstacles + automatic braking system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0" y="3175000"/>
            <a:ext cx="10033000" cy="12065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3" name="Shape 11"/>
          <p:cNvSpPr/>
          <p:nvPr/>
        </p:nvSpPr>
        <p:spPr>
          <a:xfrm>
            <a:off x="5588000" y="342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0" y="31750"/>
                </a:moveTo>
                <a:cubicBezTo>
                  <a:pt x="317500" y="14188"/>
                  <a:pt x="303312" y="0"/>
                  <a:pt x="285750" y="0"/>
                </a:cubicBezTo>
                <a:cubicBezTo>
                  <a:pt x="268188" y="0"/>
                  <a:pt x="254000" y="14188"/>
                  <a:pt x="254000" y="31750"/>
                </a:cubicBezTo>
                <a:lnTo>
                  <a:pt x="254000" y="37108"/>
                </a:lnTo>
                <a:cubicBezTo>
                  <a:pt x="254000" y="81756"/>
                  <a:pt x="230584" y="123031"/>
                  <a:pt x="192385" y="146050"/>
                </a:cubicBezTo>
                <a:lnTo>
                  <a:pt x="187821" y="148828"/>
                </a:lnTo>
                <a:cubicBezTo>
                  <a:pt x="130373" y="183257"/>
                  <a:pt x="95250" y="245170"/>
                  <a:pt x="95250" y="312142"/>
                </a:cubicBezTo>
                <a:lnTo>
                  <a:pt x="95250" y="381000"/>
                </a:lnTo>
                <a:cubicBezTo>
                  <a:pt x="95250" y="398562"/>
                  <a:pt x="109438" y="412750"/>
                  <a:pt x="127000" y="412750"/>
                </a:cubicBezTo>
                <a:cubicBezTo>
                  <a:pt x="144562" y="412750"/>
                  <a:pt x="158750" y="398562"/>
                  <a:pt x="158750" y="381000"/>
                </a:cubicBezTo>
                <a:lnTo>
                  <a:pt x="158750" y="312142"/>
                </a:lnTo>
                <a:cubicBezTo>
                  <a:pt x="158750" y="295573"/>
                  <a:pt x="162024" y="279400"/>
                  <a:pt x="168077" y="264517"/>
                </a:cubicBezTo>
                <a:lnTo>
                  <a:pt x="356394" y="496292"/>
                </a:lnTo>
                <a:cubicBezTo>
                  <a:pt x="367407" y="509885"/>
                  <a:pt x="387449" y="511969"/>
                  <a:pt x="401042" y="500955"/>
                </a:cubicBezTo>
                <a:cubicBezTo>
                  <a:pt x="414635" y="489942"/>
                  <a:pt x="416719" y="469900"/>
                  <a:pt x="405705" y="456307"/>
                </a:cubicBezTo>
                <a:lnTo>
                  <a:pt x="292894" y="317500"/>
                </a:lnTo>
                <a:lnTo>
                  <a:pt x="396875" y="317500"/>
                </a:lnTo>
                <a:lnTo>
                  <a:pt x="434975" y="368300"/>
                </a:lnTo>
                <a:cubicBezTo>
                  <a:pt x="445492" y="382290"/>
                  <a:pt x="465435" y="385167"/>
                  <a:pt x="479425" y="374650"/>
                </a:cubicBezTo>
                <a:cubicBezTo>
                  <a:pt x="493415" y="364133"/>
                  <a:pt x="496292" y="344190"/>
                  <a:pt x="485775" y="330200"/>
                </a:cubicBezTo>
                <a:lnTo>
                  <a:pt x="442912" y="273050"/>
                </a:lnTo>
                <a:cubicBezTo>
                  <a:pt x="433884" y="261045"/>
                  <a:pt x="419795" y="254000"/>
                  <a:pt x="404813" y="254000"/>
                </a:cubicBezTo>
                <a:lnTo>
                  <a:pt x="316508" y="254000"/>
                </a:lnTo>
                <a:lnTo>
                  <a:pt x="254099" y="179090"/>
                </a:lnTo>
                <a:cubicBezTo>
                  <a:pt x="294084" y="143371"/>
                  <a:pt x="317500" y="91877"/>
                  <a:pt x="317500" y="37108"/>
                </a:cubicBezTo>
                <a:lnTo>
                  <a:pt x="317500" y="31750"/>
                </a:lnTo>
                <a:close/>
                <a:moveTo>
                  <a:pt x="103188" y="142875"/>
                </a:moveTo>
                <a:cubicBezTo>
                  <a:pt x="133853" y="142875"/>
                  <a:pt x="158750" y="117978"/>
                  <a:pt x="158750" y="87313"/>
                </a:cubicBezTo>
                <a:cubicBezTo>
                  <a:pt x="158750" y="56647"/>
                  <a:pt x="133853" y="31750"/>
                  <a:pt x="103188" y="31750"/>
                </a:cubicBezTo>
                <a:cubicBezTo>
                  <a:pt x="72522" y="31750"/>
                  <a:pt x="47625" y="56647"/>
                  <a:pt x="47625" y="87313"/>
                </a:cubicBezTo>
                <a:cubicBezTo>
                  <a:pt x="47625" y="117978"/>
                  <a:pt x="72522" y="142875"/>
                  <a:pt x="103187" y="14287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86500" y="330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 DETECTION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86500" y="3708400"/>
            <a:ext cx="876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IMU-based 6-axis motion analysis detects falls instantly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0" y="4572000"/>
            <a:ext cx="10033000" cy="12065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588000" y="482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95250"/>
                </a:moveTo>
                <a:cubicBezTo>
                  <a:pt x="95250" y="42664"/>
                  <a:pt x="137914" y="0"/>
                  <a:pt x="190500" y="0"/>
                </a:cubicBezTo>
                <a:cubicBezTo>
                  <a:pt x="243086" y="0"/>
                  <a:pt x="285750" y="42664"/>
                  <a:pt x="285750" y="95250"/>
                </a:cubicBezTo>
                <a:lnTo>
                  <a:pt x="285750" y="258663"/>
                </a:lnTo>
                <a:cubicBezTo>
                  <a:pt x="315020" y="284857"/>
                  <a:pt x="333375" y="322858"/>
                  <a:pt x="333375" y="365125"/>
                </a:cubicBezTo>
                <a:cubicBezTo>
                  <a:pt x="333375" y="444004"/>
                  <a:pt x="269379" y="508000"/>
                  <a:pt x="190500" y="508000"/>
                </a:cubicBezTo>
                <a:cubicBezTo>
                  <a:pt x="111621" y="508000"/>
                  <a:pt x="47625" y="444004"/>
                  <a:pt x="47625" y="365125"/>
                </a:cubicBezTo>
                <a:cubicBezTo>
                  <a:pt x="47625" y="322858"/>
                  <a:pt x="65980" y="284758"/>
                  <a:pt x="95250" y="258663"/>
                </a:cubicBezTo>
                <a:lnTo>
                  <a:pt x="95250" y="95250"/>
                </a:lnTo>
                <a:close/>
                <a:moveTo>
                  <a:pt x="190500" y="428625"/>
                </a:moveTo>
                <a:cubicBezTo>
                  <a:pt x="225524" y="428625"/>
                  <a:pt x="254000" y="400149"/>
                  <a:pt x="254000" y="365125"/>
                </a:cubicBezTo>
                <a:cubicBezTo>
                  <a:pt x="254000" y="338435"/>
                  <a:pt x="237629" y="315615"/>
                  <a:pt x="214313" y="306288"/>
                </a:cubicBezTo>
                <a:lnTo>
                  <a:pt x="214313" y="95250"/>
                </a:lnTo>
                <a:cubicBezTo>
                  <a:pt x="214313" y="82054"/>
                  <a:pt x="203696" y="71438"/>
                  <a:pt x="190500" y="71438"/>
                </a:cubicBezTo>
                <a:cubicBezTo>
                  <a:pt x="177304" y="71438"/>
                  <a:pt x="166688" y="82054"/>
                  <a:pt x="166688" y="95250"/>
                </a:cubicBezTo>
                <a:lnTo>
                  <a:pt x="166688" y="306288"/>
                </a:lnTo>
                <a:cubicBezTo>
                  <a:pt x="143371" y="315714"/>
                  <a:pt x="127000" y="338534"/>
                  <a:pt x="127000" y="365125"/>
                </a:cubicBezTo>
                <a:cubicBezTo>
                  <a:pt x="127000" y="400149"/>
                  <a:pt x="155476" y="428625"/>
                  <a:pt x="190500" y="428625"/>
                </a:cubicBezTo>
                <a:close/>
                <a:moveTo>
                  <a:pt x="460375" y="79375"/>
                </a:moveTo>
                <a:cubicBezTo>
                  <a:pt x="460375" y="61852"/>
                  <a:pt x="446148" y="47625"/>
                  <a:pt x="428625" y="47625"/>
                </a:cubicBezTo>
                <a:cubicBezTo>
                  <a:pt x="411102" y="47625"/>
                  <a:pt x="396875" y="61852"/>
                  <a:pt x="396875" y="79375"/>
                </a:cubicBezTo>
                <a:cubicBezTo>
                  <a:pt x="396875" y="96898"/>
                  <a:pt x="411102" y="111125"/>
                  <a:pt x="428625" y="111125"/>
                </a:cubicBezTo>
                <a:cubicBezTo>
                  <a:pt x="446148" y="111125"/>
                  <a:pt x="460375" y="96898"/>
                  <a:pt x="460375" y="79375"/>
                </a:cubicBezTo>
                <a:close/>
                <a:moveTo>
                  <a:pt x="349250" y="79375"/>
                </a:moveTo>
                <a:cubicBezTo>
                  <a:pt x="349250" y="35567"/>
                  <a:pt x="384817" y="0"/>
                  <a:pt x="428625" y="0"/>
                </a:cubicBezTo>
                <a:cubicBezTo>
                  <a:pt x="472433" y="0"/>
                  <a:pt x="508000" y="35567"/>
                  <a:pt x="508000" y="79375"/>
                </a:cubicBezTo>
                <a:cubicBezTo>
                  <a:pt x="508000" y="123183"/>
                  <a:pt x="472433" y="158750"/>
                  <a:pt x="428625" y="158750"/>
                </a:cubicBezTo>
                <a:cubicBezTo>
                  <a:pt x="384817" y="158750"/>
                  <a:pt x="349250" y="123183"/>
                  <a:pt x="349250" y="7937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286500" y="469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 ALERT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86500" y="5105400"/>
            <a:ext cx="876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body temperature monitoring with smart thresholds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0" y="5969000"/>
            <a:ext cx="10033000" cy="12065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Shape 19"/>
          <p:cNvSpPr/>
          <p:nvPr/>
        </p:nvSpPr>
        <p:spPr>
          <a:xfrm>
            <a:off x="5588000" y="622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9100" y="127000"/>
                </a:moveTo>
                <a:cubicBezTo>
                  <a:pt x="426085" y="127000"/>
                  <a:pt x="431800" y="134144"/>
                  <a:pt x="431800" y="142875"/>
                </a:cubicBezTo>
                <a:lnTo>
                  <a:pt x="431800" y="365125"/>
                </a:lnTo>
                <a:cubicBezTo>
                  <a:pt x="431800" y="373856"/>
                  <a:pt x="426085" y="381000"/>
                  <a:pt x="419100" y="381000"/>
                </a:cubicBezTo>
                <a:lnTo>
                  <a:pt x="88900" y="381000"/>
                </a:lnTo>
                <a:cubicBezTo>
                  <a:pt x="81915" y="381000"/>
                  <a:pt x="76200" y="373856"/>
                  <a:pt x="76200" y="365125"/>
                </a:cubicBezTo>
                <a:lnTo>
                  <a:pt x="76200" y="142875"/>
                </a:lnTo>
                <a:cubicBezTo>
                  <a:pt x="76200" y="134144"/>
                  <a:pt x="81915" y="127000"/>
                  <a:pt x="88900" y="127000"/>
                </a:cubicBezTo>
                <a:lnTo>
                  <a:pt x="419100" y="127000"/>
                </a:lnTo>
                <a:close/>
                <a:moveTo>
                  <a:pt x="88900" y="63500"/>
                </a:moveTo>
                <a:cubicBezTo>
                  <a:pt x="53816" y="63500"/>
                  <a:pt x="25400" y="99020"/>
                  <a:pt x="25400" y="142875"/>
                </a:cubicBezTo>
                <a:lnTo>
                  <a:pt x="25400" y="365125"/>
                </a:lnTo>
                <a:cubicBezTo>
                  <a:pt x="25400" y="408980"/>
                  <a:pt x="53816" y="444500"/>
                  <a:pt x="88900" y="444500"/>
                </a:cubicBezTo>
                <a:lnTo>
                  <a:pt x="419100" y="444500"/>
                </a:lnTo>
                <a:cubicBezTo>
                  <a:pt x="454184" y="444500"/>
                  <a:pt x="482600" y="408980"/>
                  <a:pt x="482600" y="365125"/>
                </a:cubicBezTo>
                <a:lnTo>
                  <a:pt x="482600" y="317500"/>
                </a:lnTo>
                <a:cubicBezTo>
                  <a:pt x="496649" y="317500"/>
                  <a:pt x="508000" y="303312"/>
                  <a:pt x="508000" y="28575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lnTo>
                  <a:pt x="482600" y="142875"/>
                </a:lnTo>
                <a:cubicBezTo>
                  <a:pt x="482600" y="99020"/>
                  <a:pt x="454184" y="63500"/>
                  <a:pt x="419100" y="63500"/>
                </a:cubicBezTo>
                <a:lnTo>
                  <a:pt x="88900" y="63500"/>
                </a:lnTo>
                <a:close/>
                <a:moveTo>
                  <a:pt x="133350" y="174625"/>
                </a:moveTo>
                <a:cubicBezTo>
                  <a:pt x="122793" y="174625"/>
                  <a:pt x="114300" y="185241"/>
                  <a:pt x="114300" y="198438"/>
                </a:cubicBezTo>
                <a:lnTo>
                  <a:pt x="114300" y="309562"/>
                </a:lnTo>
                <a:cubicBezTo>
                  <a:pt x="114300" y="322759"/>
                  <a:pt x="122793" y="333375"/>
                  <a:pt x="133350" y="333375"/>
                </a:cubicBezTo>
                <a:lnTo>
                  <a:pt x="184150" y="333375"/>
                </a:lnTo>
                <a:cubicBezTo>
                  <a:pt x="194707" y="333375"/>
                  <a:pt x="203200" y="322759"/>
                  <a:pt x="203200" y="309562"/>
                </a:cubicBezTo>
                <a:lnTo>
                  <a:pt x="203200" y="198438"/>
                </a:lnTo>
                <a:cubicBezTo>
                  <a:pt x="203200" y="185241"/>
                  <a:pt x="194707" y="174625"/>
                  <a:pt x="184150" y="174625"/>
                </a:cubicBezTo>
                <a:lnTo>
                  <a:pt x="133350" y="174625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286500" y="609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BATTERY WARNING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86500" y="6502400"/>
            <a:ext cx="876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voltage alert with remaining range estimation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4000" y="7493000"/>
            <a:ext cx="10033000" cy="635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88000" y="762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42875" y="119063"/>
                </a:moveTo>
                <a:lnTo>
                  <a:pt x="238125" y="119063"/>
                </a:lnTo>
                <a:cubicBezTo>
                  <a:pt x="251296" y="119063"/>
                  <a:pt x="261938" y="129704"/>
                  <a:pt x="261938" y="142875"/>
                </a:cubicBezTo>
                <a:lnTo>
                  <a:pt x="261938" y="238125"/>
                </a:lnTo>
                <a:cubicBezTo>
                  <a:pt x="261938" y="251296"/>
                  <a:pt x="251296" y="261938"/>
                  <a:pt x="238125" y="261938"/>
                </a:cubicBezTo>
                <a:lnTo>
                  <a:pt x="142875" y="261938"/>
                </a:lnTo>
                <a:cubicBezTo>
                  <a:pt x="129704" y="261938"/>
                  <a:pt x="119063" y="251296"/>
                  <a:pt x="119063" y="238125"/>
                </a:cubicBezTo>
                <a:lnTo>
                  <a:pt x="119063" y="142875"/>
                </a:lnTo>
                <a:cubicBezTo>
                  <a:pt x="119063" y="129704"/>
                  <a:pt x="129704" y="119063"/>
                  <a:pt x="142875" y="11906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159500" y="749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STOP — Immediate motor cutoff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1778000"/>
            <a:ext cx="3302000" cy="609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6500" y="2032000"/>
            <a:ext cx="2921000" cy="5080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1206500" y="2032000"/>
            <a:ext cx="2921000" cy="635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206500" y="20320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BIOMOVE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33500" y="2857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Heart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3500" y="3149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06600" y="32131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67000" y="28575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7000" y="3149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40100" y="32131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3500" y="3683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3975100"/>
            <a:ext cx="82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36.5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7100" y="4038600"/>
            <a:ext cx="444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°C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67000" y="3683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30500" y="3975100"/>
            <a:ext cx="8509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94100" y="4038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33500" y="4572000"/>
            <a:ext cx="2667000" cy="1016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97000" y="5016500"/>
            <a:ext cx="2540000" cy="0"/>
          </a:xfrm>
          <a:prstGeom prst="straightConnector1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778000" y="5842000"/>
            <a:ext cx="1778000" cy="1016000"/>
          </a:xfrm>
          <a:prstGeom prst="ellipse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13000" y="6159500"/>
            <a:ext cx="508000" cy="508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254000" y="412750"/>
                </a:moveTo>
                <a:cubicBezTo>
                  <a:pt x="289024" y="412750"/>
                  <a:pt x="317500" y="384274"/>
                  <a:pt x="317500" y="349250"/>
                </a:cubicBezTo>
                <a:cubicBezTo>
                  <a:pt x="317500" y="333177"/>
                  <a:pt x="311547" y="318393"/>
                  <a:pt x="301625" y="307280"/>
                </a:cubicBezTo>
                <a:lnTo>
                  <a:pt x="370582" y="169466"/>
                </a:lnTo>
                <a:cubicBezTo>
                  <a:pt x="376436" y="157659"/>
                  <a:pt x="371673" y="143371"/>
                  <a:pt x="359966" y="137517"/>
                </a:cubicBezTo>
                <a:cubicBezTo>
                  <a:pt x="348258" y="131663"/>
                  <a:pt x="333871" y="136426"/>
                  <a:pt x="328017" y="148134"/>
                </a:cubicBezTo>
                <a:lnTo>
                  <a:pt x="259060" y="285948"/>
                </a:lnTo>
                <a:cubicBezTo>
                  <a:pt x="257373" y="285849"/>
                  <a:pt x="255687" y="285750"/>
                  <a:pt x="254000" y="285750"/>
                </a:cubicBezTo>
                <a:cubicBezTo>
                  <a:pt x="218976" y="285750"/>
                  <a:pt x="190500" y="314226"/>
                  <a:pt x="190500" y="349250"/>
                </a:cubicBezTo>
                <a:cubicBezTo>
                  <a:pt x="190500" y="384274"/>
                  <a:pt x="218976" y="412750"/>
                  <a:pt x="254000" y="412750"/>
                </a:cubicBezTo>
                <a:close/>
                <a:moveTo>
                  <a:pt x="174625" y="142875"/>
                </a:moveTo>
                <a:cubicBezTo>
                  <a:pt x="174625" y="125352"/>
                  <a:pt x="160398" y="111125"/>
                  <a:pt x="142875" y="111125"/>
                </a:cubicBezTo>
                <a:cubicBezTo>
                  <a:pt x="125352" y="111125"/>
                  <a:pt x="111125" y="125352"/>
                  <a:pt x="111125" y="142875"/>
                </a:cubicBezTo>
                <a:cubicBezTo>
                  <a:pt x="111125" y="160398"/>
                  <a:pt x="125352" y="174625"/>
                  <a:pt x="142875" y="174625"/>
                </a:cubicBezTo>
                <a:cubicBezTo>
                  <a:pt x="160398" y="174625"/>
                  <a:pt x="174625" y="160398"/>
                  <a:pt x="174625" y="142875"/>
                </a:cubicBezTo>
                <a:close/>
                <a:moveTo>
                  <a:pt x="95250" y="285750"/>
                </a:moveTo>
                <a:cubicBezTo>
                  <a:pt x="112773" y="285750"/>
                  <a:pt x="127000" y="271523"/>
                  <a:pt x="127000" y="254000"/>
                </a:cubicBezTo>
                <a:cubicBezTo>
                  <a:pt x="127000" y="236477"/>
                  <a:pt x="112773" y="222250"/>
                  <a:pt x="95250" y="222250"/>
                </a:cubicBezTo>
                <a:cubicBezTo>
                  <a:pt x="77727" y="222250"/>
                  <a:pt x="63500" y="236477"/>
                  <a:pt x="63500" y="254000"/>
                </a:cubicBezTo>
                <a:cubicBezTo>
                  <a:pt x="63500" y="271523"/>
                  <a:pt x="77727" y="285750"/>
                  <a:pt x="95250" y="285750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032500" y="196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32500" y="23876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vitals display with trend graphs and history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340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55600" y="63500"/>
                </a:moveTo>
                <a:cubicBezTo>
                  <a:pt x="439738" y="63500"/>
                  <a:pt x="508000" y="148828"/>
                  <a:pt x="508000" y="254000"/>
                </a:cubicBezTo>
                <a:cubicBezTo>
                  <a:pt x="508000" y="359172"/>
                  <a:pt x="439738" y="444500"/>
                  <a:pt x="355600" y="444500"/>
                </a:cubicBezTo>
                <a:lnTo>
                  <a:pt x="152400" y="444500"/>
                </a:lnTo>
                <a:cubicBezTo>
                  <a:pt x="68263" y="444500"/>
                  <a:pt x="0" y="359172"/>
                  <a:pt x="0" y="254000"/>
                </a:cubicBezTo>
                <a:cubicBezTo>
                  <a:pt x="0" y="148828"/>
                  <a:pt x="68263" y="63500"/>
                  <a:pt x="152400" y="63500"/>
                </a:cubicBezTo>
                <a:lnTo>
                  <a:pt x="355600" y="63500"/>
                </a:lnTo>
                <a:close/>
                <a:moveTo>
                  <a:pt x="152400" y="174625"/>
                </a:moveTo>
                <a:cubicBezTo>
                  <a:pt x="141843" y="174625"/>
                  <a:pt x="133350" y="185241"/>
                  <a:pt x="133350" y="198438"/>
                </a:cubicBezTo>
                <a:lnTo>
                  <a:pt x="133350" y="230188"/>
                </a:lnTo>
                <a:lnTo>
                  <a:pt x="107950" y="230188"/>
                </a:lnTo>
                <a:cubicBezTo>
                  <a:pt x="97393" y="230188"/>
                  <a:pt x="88900" y="240804"/>
                  <a:pt x="88900" y="254000"/>
                </a:cubicBezTo>
                <a:cubicBezTo>
                  <a:pt x="88900" y="267196"/>
                  <a:pt x="97393" y="277813"/>
                  <a:pt x="107950" y="277813"/>
                </a:cubicBezTo>
                <a:lnTo>
                  <a:pt x="133350" y="277813"/>
                </a:lnTo>
                <a:lnTo>
                  <a:pt x="133350" y="309562"/>
                </a:lnTo>
                <a:cubicBezTo>
                  <a:pt x="133350" y="322759"/>
                  <a:pt x="141843" y="333375"/>
                  <a:pt x="152400" y="333375"/>
                </a:cubicBezTo>
                <a:cubicBezTo>
                  <a:pt x="162957" y="333375"/>
                  <a:pt x="171450" y="322759"/>
                  <a:pt x="171450" y="309562"/>
                </a:cubicBezTo>
                <a:lnTo>
                  <a:pt x="171450" y="277813"/>
                </a:lnTo>
                <a:lnTo>
                  <a:pt x="196850" y="277813"/>
                </a:lnTo>
                <a:cubicBezTo>
                  <a:pt x="207407" y="277813"/>
                  <a:pt x="215900" y="267196"/>
                  <a:pt x="215900" y="254000"/>
                </a:cubicBezTo>
                <a:cubicBezTo>
                  <a:pt x="215900" y="240804"/>
                  <a:pt x="207407" y="230188"/>
                  <a:pt x="196850" y="230188"/>
                </a:cubicBezTo>
                <a:lnTo>
                  <a:pt x="171450" y="230188"/>
                </a:lnTo>
                <a:lnTo>
                  <a:pt x="171450" y="198438"/>
                </a:lnTo>
                <a:cubicBezTo>
                  <a:pt x="171450" y="185241"/>
                  <a:pt x="162957" y="174625"/>
                  <a:pt x="152400" y="174625"/>
                </a:cubicBezTo>
                <a:close/>
                <a:moveTo>
                  <a:pt x="342900" y="269875"/>
                </a:moveTo>
                <a:cubicBezTo>
                  <a:pt x="328881" y="269875"/>
                  <a:pt x="317500" y="284102"/>
                  <a:pt x="317500" y="301625"/>
                </a:cubicBezTo>
                <a:cubicBezTo>
                  <a:pt x="317500" y="319148"/>
                  <a:pt x="328881" y="333375"/>
                  <a:pt x="342900" y="333375"/>
                </a:cubicBezTo>
                <a:cubicBezTo>
                  <a:pt x="356919" y="333375"/>
                  <a:pt x="368300" y="319148"/>
                  <a:pt x="368300" y="301625"/>
                </a:cubicBezTo>
                <a:cubicBezTo>
                  <a:pt x="368300" y="284102"/>
                  <a:pt x="356919" y="269875"/>
                  <a:pt x="342900" y="269875"/>
                </a:cubicBezTo>
                <a:close/>
                <a:moveTo>
                  <a:pt x="393700" y="174625"/>
                </a:moveTo>
                <a:cubicBezTo>
                  <a:pt x="379681" y="174625"/>
                  <a:pt x="368300" y="188852"/>
                  <a:pt x="368300" y="206375"/>
                </a:cubicBezTo>
                <a:cubicBezTo>
                  <a:pt x="368300" y="223898"/>
                  <a:pt x="379681" y="238125"/>
                  <a:pt x="393700" y="238125"/>
                </a:cubicBezTo>
                <a:cubicBezTo>
                  <a:pt x="407719" y="238125"/>
                  <a:pt x="419100" y="223898"/>
                  <a:pt x="419100" y="206375"/>
                </a:cubicBezTo>
                <a:cubicBezTo>
                  <a:pt x="419100" y="188852"/>
                  <a:pt x="407719" y="174625"/>
                  <a:pt x="393700" y="17462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032500" y="311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JOYSTICK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032500" y="35306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wheelchair control with speed adjustment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4000" y="431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33929" y="0"/>
                  <a:pt x="217714" y="14188"/>
                  <a:pt x="217714" y="31750"/>
                </a:cubicBezTo>
                <a:lnTo>
                  <a:pt x="217714" y="34925"/>
                </a:lnTo>
                <a:cubicBezTo>
                  <a:pt x="134938" y="49609"/>
                  <a:pt x="72571" y="113705"/>
                  <a:pt x="72571" y="190500"/>
                </a:cubicBezTo>
                <a:lnTo>
                  <a:pt x="72571" y="212030"/>
                </a:lnTo>
                <a:cubicBezTo>
                  <a:pt x="72571" y="259755"/>
                  <a:pt x="53975" y="306090"/>
                  <a:pt x="19957" y="343396"/>
                </a:cubicBezTo>
                <a:lnTo>
                  <a:pt x="8845" y="355501"/>
                </a:lnTo>
                <a:cubicBezTo>
                  <a:pt x="3062" y="361752"/>
                  <a:pt x="0" y="369491"/>
                  <a:pt x="0" y="377527"/>
                </a:cubicBezTo>
                <a:cubicBezTo>
                  <a:pt x="0" y="396974"/>
                  <a:pt x="18029" y="412750"/>
                  <a:pt x="40254" y="412750"/>
                </a:cubicBezTo>
                <a:lnTo>
                  <a:pt x="467632" y="412750"/>
                </a:lnTo>
                <a:cubicBezTo>
                  <a:pt x="489857" y="412750"/>
                  <a:pt x="507887" y="396974"/>
                  <a:pt x="507887" y="377527"/>
                </a:cubicBezTo>
                <a:cubicBezTo>
                  <a:pt x="507887" y="369491"/>
                  <a:pt x="504825" y="361752"/>
                  <a:pt x="499042" y="355501"/>
                </a:cubicBezTo>
                <a:lnTo>
                  <a:pt x="487929" y="343396"/>
                </a:lnTo>
                <a:cubicBezTo>
                  <a:pt x="454025" y="306090"/>
                  <a:pt x="435429" y="259755"/>
                  <a:pt x="435429" y="212030"/>
                </a:cubicBezTo>
                <a:lnTo>
                  <a:pt x="435429" y="190500"/>
                </a:lnTo>
                <a:cubicBezTo>
                  <a:pt x="435429" y="113705"/>
                  <a:pt x="373063" y="49609"/>
                  <a:pt x="290286" y="34925"/>
                </a:cubicBezTo>
                <a:lnTo>
                  <a:pt x="290286" y="31750"/>
                </a:lnTo>
                <a:cubicBezTo>
                  <a:pt x="290286" y="14188"/>
                  <a:pt x="274071" y="0"/>
                  <a:pt x="254000" y="0"/>
                </a:cubicBezTo>
                <a:close/>
                <a:moveTo>
                  <a:pt x="183696" y="460375"/>
                </a:moveTo>
                <a:cubicBezTo>
                  <a:pt x="191747" y="487759"/>
                  <a:pt x="220209" y="508000"/>
                  <a:pt x="254000" y="508000"/>
                </a:cubicBezTo>
                <a:cubicBezTo>
                  <a:pt x="287791" y="508000"/>
                  <a:pt x="316253" y="487759"/>
                  <a:pt x="324304" y="460375"/>
                </a:cubicBezTo>
                <a:lnTo>
                  <a:pt x="183696" y="460375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60325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ALERTS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32500" y="46736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notifications for all safety events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34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111125"/>
                </a:moveTo>
                <a:cubicBezTo>
                  <a:pt x="76200" y="84832"/>
                  <a:pt x="93266" y="63500"/>
                  <a:pt x="114300" y="63500"/>
                </a:cubicBezTo>
                <a:cubicBezTo>
                  <a:pt x="135334" y="63500"/>
                  <a:pt x="152400" y="84832"/>
                  <a:pt x="152400" y="111125"/>
                </a:cubicBezTo>
                <a:lnTo>
                  <a:pt x="152400" y="222250"/>
                </a:lnTo>
                <a:lnTo>
                  <a:pt x="355600" y="222250"/>
                </a:lnTo>
                <a:lnTo>
                  <a:pt x="355600" y="111125"/>
                </a:lnTo>
                <a:cubicBezTo>
                  <a:pt x="355600" y="84832"/>
                  <a:pt x="372666" y="63500"/>
                  <a:pt x="393700" y="63500"/>
                </a:cubicBezTo>
                <a:cubicBezTo>
                  <a:pt x="414734" y="63500"/>
                  <a:pt x="431800" y="84832"/>
                  <a:pt x="431800" y="111125"/>
                </a:cubicBezTo>
                <a:lnTo>
                  <a:pt x="431800" y="127000"/>
                </a:lnTo>
                <a:lnTo>
                  <a:pt x="444500" y="127000"/>
                </a:lnTo>
                <a:cubicBezTo>
                  <a:pt x="465534" y="127000"/>
                  <a:pt x="482600" y="148332"/>
                  <a:pt x="482600" y="174625"/>
                </a:cubicBezTo>
                <a:lnTo>
                  <a:pt x="482600" y="222250"/>
                </a:lnTo>
                <a:cubicBezTo>
                  <a:pt x="496649" y="222250"/>
                  <a:pt x="508000" y="236438"/>
                  <a:pt x="508000" y="254000"/>
                </a:cubicBezTo>
                <a:cubicBezTo>
                  <a:pt x="508000" y="271562"/>
                  <a:pt x="496649" y="285750"/>
                  <a:pt x="482600" y="285750"/>
                </a:cubicBezTo>
                <a:lnTo>
                  <a:pt x="482600" y="333375"/>
                </a:lnTo>
                <a:cubicBezTo>
                  <a:pt x="482600" y="359668"/>
                  <a:pt x="465534" y="381000"/>
                  <a:pt x="444500" y="381000"/>
                </a:cubicBezTo>
                <a:lnTo>
                  <a:pt x="431800" y="381000"/>
                </a:lnTo>
                <a:lnTo>
                  <a:pt x="431800" y="396875"/>
                </a:lnTo>
                <a:cubicBezTo>
                  <a:pt x="431800" y="423168"/>
                  <a:pt x="414734" y="444500"/>
                  <a:pt x="393700" y="444500"/>
                </a:cubicBezTo>
                <a:cubicBezTo>
                  <a:pt x="372666" y="444500"/>
                  <a:pt x="355600" y="423168"/>
                  <a:pt x="355600" y="396875"/>
                </a:cubicBezTo>
                <a:lnTo>
                  <a:pt x="355600" y="285750"/>
                </a:lnTo>
                <a:lnTo>
                  <a:pt x="152400" y="285750"/>
                </a:lnTo>
                <a:lnTo>
                  <a:pt x="152400" y="396875"/>
                </a:lnTo>
                <a:cubicBezTo>
                  <a:pt x="152400" y="423168"/>
                  <a:pt x="135334" y="444500"/>
                  <a:pt x="114300" y="444500"/>
                </a:cubicBezTo>
                <a:cubicBezTo>
                  <a:pt x="93266" y="444500"/>
                  <a:pt x="76200" y="423168"/>
                  <a:pt x="76200" y="396875"/>
                </a:cubicBezTo>
                <a:lnTo>
                  <a:pt x="76200" y="381000"/>
                </a:lnTo>
                <a:lnTo>
                  <a:pt x="63500" y="381000"/>
                </a:lnTo>
                <a:cubicBezTo>
                  <a:pt x="42466" y="381000"/>
                  <a:pt x="25400" y="359668"/>
                  <a:pt x="25400" y="333375"/>
                </a:cubicBezTo>
                <a:lnTo>
                  <a:pt x="25400" y="285750"/>
                </a:lnTo>
                <a:cubicBezTo>
                  <a:pt x="11351" y="285750"/>
                  <a:pt x="0" y="271562"/>
                  <a:pt x="0" y="254000"/>
                </a:cubicBezTo>
                <a:cubicBezTo>
                  <a:pt x="0" y="236438"/>
                  <a:pt x="11351" y="222250"/>
                  <a:pt x="25400" y="222250"/>
                </a:cubicBezTo>
                <a:lnTo>
                  <a:pt x="25400" y="174625"/>
                </a:lnTo>
                <a:cubicBezTo>
                  <a:pt x="25400" y="148332"/>
                  <a:pt x="42466" y="127000"/>
                  <a:pt x="63500" y="127000"/>
                </a:cubicBezTo>
                <a:lnTo>
                  <a:pt x="76200" y="127000"/>
                </a:lnTo>
                <a:lnTo>
                  <a:pt x="76200" y="111125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6032500" y="539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REHABILITATION MODE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32500" y="58166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EMG signal visualization and muscle history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3576" y="9426"/>
                </a:moveTo>
                <a:cubicBezTo>
                  <a:pt x="196552" y="-5259"/>
                  <a:pt x="209550" y="-15875"/>
                  <a:pt x="224631" y="-15875"/>
                </a:cubicBezTo>
                <a:lnTo>
                  <a:pt x="283964" y="-15875"/>
                </a:lnTo>
                <a:cubicBezTo>
                  <a:pt x="299045" y="-15875"/>
                  <a:pt x="312043" y="-5259"/>
                  <a:pt x="315020" y="9426"/>
                </a:cubicBezTo>
                <a:lnTo>
                  <a:pt x="329406" y="78879"/>
                </a:lnTo>
                <a:cubicBezTo>
                  <a:pt x="343396" y="84832"/>
                  <a:pt x="356493" y="92472"/>
                  <a:pt x="368399" y="101501"/>
                </a:cubicBezTo>
                <a:lnTo>
                  <a:pt x="435670" y="79177"/>
                </a:lnTo>
                <a:cubicBezTo>
                  <a:pt x="449957" y="74414"/>
                  <a:pt x="465634" y="80367"/>
                  <a:pt x="473174" y="93464"/>
                </a:cubicBezTo>
                <a:lnTo>
                  <a:pt x="502841" y="144859"/>
                </a:lnTo>
                <a:cubicBezTo>
                  <a:pt x="510381" y="157956"/>
                  <a:pt x="507702" y="174427"/>
                  <a:pt x="496391" y="184448"/>
                </a:cubicBezTo>
                <a:lnTo>
                  <a:pt x="443508" y="231477"/>
                </a:lnTo>
                <a:cubicBezTo>
                  <a:pt x="444401" y="238820"/>
                  <a:pt x="444798" y="246360"/>
                  <a:pt x="444798" y="254000"/>
                </a:cubicBezTo>
                <a:cubicBezTo>
                  <a:pt x="444798" y="261640"/>
                  <a:pt x="444302" y="269180"/>
                  <a:pt x="443508" y="276523"/>
                </a:cubicBezTo>
                <a:lnTo>
                  <a:pt x="496491" y="323652"/>
                </a:lnTo>
                <a:cubicBezTo>
                  <a:pt x="507802" y="333673"/>
                  <a:pt x="510381" y="350242"/>
                  <a:pt x="502940" y="363240"/>
                </a:cubicBezTo>
                <a:lnTo>
                  <a:pt x="473273" y="414635"/>
                </a:lnTo>
                <a:cubicBezTo>
                  <a:pt x="465733" y="427633"/>
                  <a:pt x="450056" y="433685"/>
                  <a:pt x="435769" y="428923"/>
                </a:cubicBezTo>
                <a:lnTo>
                  <a:pt x="368498" y="406598"/>
                </a:lnTo>
                <a:cubicBezTo>
                  <a:pt x="356493" y="415627"/>
                  <a:pt x="343396" y="423168"/>
                  <a:pt x="329505" y="429220"/>
                </a:cubicBezTo>
                <a:lnTo>
                  <a:pt x="315218" y="498574"/>
                </a:lnTo>
                <a:cubicBezTo>
                  <a:pt x="312142" y="513358"/>
                  <a:pt x="299145" y="523875"/>
                  <a:pt x="284162" y="523875"/>
                </a:cubicBezTo>
                <a:lnTo>
                  <a:pt x="224830" y="523875"/>
                </a:lnTo>
                <a:cubicBezTo>
                  <a:pt x="209748" y="523875"/>
                  <a:pt x="196751" y="513259"/>
                  <a:pt x="193774" y="498574"/>
                </a:cubicBezTo>
                <a:lnTo>
                  <a:pt x="179487" y="429220"/>
                </a:lnTo>
                <a:cubicBezTo>
                  <a:pt x="165497" y="423267"/>
                  <a:pt x="152499" y="415627"/>
                  <a:pt x="140494" y="406598"/>
                </a:cubicBezTo>
                <a:lnTo>
                  <a:pt x="72926" y="428923"/>
                </a:lnTo>
                <a:cubicBezTo>
                  <a:pt x="58638" y="433685"/>
                  <a:pt x="42962" y="427732"/>
                  <a:pt x="35421" y="414635"/>
                </a:cubicBezTo>
                <a:lnTo>
                  <a:pt x="5755" y="363240"/>
                </a:lnTo>
                <a:cubicBezTo>
                  <a:pt x="-1786" y="350143"/>
                  <a:pt x="893" y="333673"/>
                  <a:pt x="12204" y="323652"/>
                </a:cubicBezTo>
                <a:lnTo>
                  <a:pt x="65187" y="276523"/>
                </a:lnTo>
                <a:cubicBezTo>
                  <a:pt x="64294" y="269180"/>
                  <a:pt x="63897" y="261640"/>
                  <a:pt x="63897" y="254000"/>
                </a:cubicBezTo>
                <a:cubicBezTo>
                  <a:pt x="63897" y="246360"/>
                  <a:pt x="64393" y="238820"/>
                  <a:pt x="65187" y="231477"/>
                </a:cubicBezTo>
                <a:lnTo>
                  <a:pt x="12204" y="184348"/>
                </a:lnTo>
                <a:cubicBezTo>
                  <a:pt x="893" y="174327"/>
                  <a:pt x="-1687" y="157758"/>
                  <a:pt x="5755" y="144760"/>
                </a:cubicBezTo>
                <a:lnTo>
                  <a:pt x="35421" y="93365"/>
                </a:lnTo>
                <a:cubicBezTo>
                  <a:pt x="42962" y="80268"/>
                  <a:pt x="58638" y="74315"/>
                  <a:pt x="72926" y="79077"/>
                </a:cubicBezTo>
                <a:lnTo>
                  <a:pt x="140196" y="101402"/>
                </a:lnTo>
                <a:cubicBezTo>
                  <a:pt x="152202" y="92373"/>
                  <a:pt x="165298" y="84832"/>
                  <a:pt x="179189" y="78780"/>
                </a:cubicBezTo>
                <a:lnTo>
                  <a:pt x="193576" y="9426"/>
                </a:lnTo>
                <a:close/>
                <a:moveTo>
                  <a:pt x="254298" y="333375"/>
                </a:moveTo>
                <a:cubicBezTo>
                  <a:pt x="282656" y="333269"/>
                  <a:pt x="308803" y="318042"/>
                  <a:pt x="322890" y="293430"/>
                </a:cubicBezTo>
                <a:cubicBezTo>
                  <a:pt x="336976" y="268818"/>
                  <a:pt x="336863" y="238560"/>
                  <a:pt x="322592" y="214055"/>
                </a:cubicBezTo>
                <a:cubicBezTo>
                  <a:pt x="308321" y="189549"/>
                  <a:pt x="282060" y="174519"/>
                  <a:pt x="253702" y="174625"/>
                </a:cubicBezTo>
                <a:cubicBezTo>
                  <a:pt x="225344" y="174731"/>
                  <a:pt x="199197" y="189958"/>
                  <a:pt x="185110" y="214570"/>
                </a:cubicBezTo>
                <a:cubicBezTo>
                  <a:pt x="171024" y="239182"/>
                  <a:pt x="171137" y="269440"/>
                  <a:pt x="185408" y="293945"/>
                </a:cubicBezTo>
                <a:cubicBezTo>
                  <a:pt x="199679" y="318451"/>
                  <a:pt x="225940" y="333481"/>
                  <a:pt x="254298" y="33337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6032500" y="654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SETTINGS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032500" y="69596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BLE pairing, thresholds, user profiles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MECHANICAL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4" name="Image 0" descr="https://kimi-img.moonshot.cn/pub/slides/okc/zkiqupqur6eqo/mnt/agents/output/biomove/images/5_PCS1500_6WD_Heavy_Duty_All_Terr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1651000"/>
            <a:ext cx="6350000" cy="431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0" y="1651000"/>
            <a:ext cx="7874000" cy="1143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Shape 3"/>
          <p:cNvSpPr/>
          <p:nvPr/>
        </p:nvSpPr>
        <p:spPr>
          <a:xfrm>
            <a:off x="78740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14188" y="31750"/>
                  <a:pt x="0" y="45938"/>
                  <a:pt x="0" y="63500"/>
                </a:cubicBezTo>
                <a:lnTo>
                  <a:pt x="0" y="428625"/>
                </a:lnTo>
                <a:cubicBezTo>
                  <a:pt x="0" y="454918"/>
                  <a:pt x="21332" y="476250"/>
                  <a:pt x="47625" y="476250"/>
                </a:cubicBezTo>
                <a:lnTo>
                  <a:pt x="460375" y="476250"/>
                </a:lnTo>
                <a:cubicBezTo>
                  <a:pt x="486668" y="476250"/>
                  <a:pt x="508000" y="454918"/>
                  <a:pt x="508000" y="428625"/>
                </a:cubicBezTo>
                <a:lnTo>
                  <a:pt x="508000" y="151011"/>
                </a:lnTo>
                <a:cubicBezTo>
                  <a:pt x="508000" y="132953"/>
                  <a:pt x="488752" y="121543"/>
                  <a:pt x="472877" y="130076"/>
                </a:cubicBezTo>
                <a:lnTo>
                  <a:pt x="317500" y="213717"/>
                </a:lnTo>
                <a:lnTo>
                  <a:pt x="317500" y="151011"/>
                </a:lnTo>
                <a:cubicBezTo>
                  <a:pt x="317500" y="132953"/>
                  <a:pt x="298252" y="121543"/>
                  <a:pt x="282377" y="130076"/>
                </a:cubicBezTo>
                <a:lnTo>
                  <a:pt x="127000" y="213717"/>
                </a:lnTo>
                <a:lnTo>
                  <a:pt x="127000" y="63500"/>
                </a:lnTo>
                <a:cubicBezTo>
                  <a:pt x="127000" y="45938"/>
                  <a:pt x="112812" y="31750"/>
                  <a:pt x="95250" y="31750"/>
                </a:cubicBezTo>
                <a:lnTo>
                  <a:pt x="31750" y="3175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0" y="177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STEEL CHASSIS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72500" y="21590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Industrial-grade steel construction for maximum durability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20000" y="2984500"/>
            <a:ext cx="7874000" cy="1143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0" name="Shape 7"/>
          <p:cNvSpPr/>
          <p:nvPr/>
        </p:nvSpPr>
        <p:spPr>
          <a:xfrm>
            <a:off x="7874000" y="323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6333" y="95250"/>
                </a:moveTo>
                <a:lnTo>
                  <a:pt x="338667" y="158750"/>
                </a:lnTo>
                <a:lnTo>
                  <a:pt x="225778" y="158750"/>
                </a:lnTo>
                <a:lnTo>
                  <a:pt x="225778" y="95250"/>
                </a:lnTo>
                <a:lnTo>
                  <a:pt x="296333" y="95250"/>
                </a:lnTo>
                <a:close/>
                <a:moveTo>
                  <a:pt x="409222" y="158750"/>
                </a:moveTo>
                <a:lnTo>
                  <a:pt x="341489" y="57150"/>
                </a:lnTo>
                <a:cubicBezTo>
                  <a:pt x="330817" y="41176"/>
                  <a:pt x="314060" y="31750"/>
                  <a:pt x="296333" y="31750"/>
                </a:cubicBezTo>
                <a:lnTo>
                  <a:pt x="197556" y="31750"/>
                </a:lnTo>
                <a:cubicBezTo>
                  <a:pt x="181945" y="31750"/>
                  <a:pt x="169333" y="45938"/>
                  <a:pt x="169333" y="63500"/>
                </a:cubicBezTo>
                <a:lnTo>
                  <a:pt x="169333" y="158750"/>
                </a:lnTo>
                <a:lnTo>
                  <a:pt x="42333" y="158750"/>
                </a:lnTo>
                <a:cubicBezTo>
                  <a:pt x="18962" y="158750"/>
                  <a:pt x="0" y="180082"/>
                  <a:pt x="0" y="206375"/>
                </a:cubicBezTo>
                <a:lnTo>
                  <a:pt x="0" y="269875"/>
                </a:lnTo>
                <a:cubicBezTo>
                  <a:pt x="0" y="287834"/>
                  <a:pt x="8908" y="303510"/>
                  <a:pt x="21960" y="311646"/>
                </a:cubicBezTo>
                <a:cubicBezTo>
                  <a:pt x="21519" y="317302"/>
                  <a:pt x="22931" y="323155"/>
                  <a:pt x="26106" y="327918"/>
                </a:cubicBezTo>
                <a:cubicBezTo>
                  <a:pt x="22842" y="334764"/>
                  <a:pt x="20108" y="341908"/>
                  <a:pt x="18168" y="349548"/>
                </a:cubicBezTo>
                <a:cubicBezTo>
                  <a:pt x="7937" y="351234"/>
                  <a:pt x="0" y="361156"/>
                  <a:pt x="0" y="373162"/>
                </a:cubicBezTo>
                <a:lnTo>
                  <a:pt x="0" y="389037"/>
                </a:lnTo>
                <a:cubicBezTo>
                  <a:pt x="0" y="401042"/>
                  <a:pt x="7849" y="410964"/>
                  <a:pt x="18168" y="412651"/>
                </a:cubicBezTo>
                <a:cubicBezTo>
                  <a:pt x="20108" y="420191"/>
                  <a:pt x="22842" y="427434"/>
                  <a:pt x="26106" y="434280"/>
                </a:cubicBezTo>
                <a:cubicBezTo>
                  <a:pt x="19932" y="443607"/>
                  <a:pt x="20549" y="456902"/>
                  <a:pt x="28134" y="465336"/>
                </a:cubicBezTo>
                <a:lnTo>
                  <a:pt x="38100" y="476548"/>
                </a:lnTo>
                <a:cubicBezTo>
                  <a:pt x="45685" y="485080"/>
                  <a:pt x="57415" y="485775"/>
                  <a:pt x="65705" y="478730"/>
                </a:cubicBezTo>
                <a:cubicBezTo>
                  <a:pt x="71702" y="482402"/>
                  <a:pt x="78140" y="485477"/>
                  <a:pt x="84843" y="487660"/>
                </a:cubicBezTo>
                <a:cubicBezTo>
                  <a:pt x="86342" y="499170"/>
                  <a:pt x="95162" y="508099"/>
                  <a:pt x="105833" y="508099"/>
                </a:cubicBezTo>
                <a:lnTo>
                  <a:pt x="119944" y="508099"/>
                </a:lnTo>
                <a:cubicBezTo>
                  <a:pt x="130616" y="508099"/>
                  <a:pt x="139435" y="499269"/>
                  <a:pt x="140935" y="487660"/>
                </a:cubicBezTo>
                <a:cubicBezTo>
                  <a:pt x="147638" y="485477"/>
                  <a:pt x="154076" y="482402"/>
                  <a:pt x="160073" y="478730"/>
                </a:cubicBezTo>
                <a:cubicBezTo>
                  <a:pt x="168363" y="485676"/>
                  <a:pt x="180181" y="484981"/>
                  <a:pt x="187678" y="476548"/>
                </a:cubicBezTo>
                <a:lnTo>
                  <a:pt x="197644" y="465336"/>
                </a:lnTo>
                <a:cubicBezTo>
                  <a:pt x="205228" y="456803"/>
                  <a:pt x="205846" y="443607"/>
                  <a:pt x="199672" y="434280"/>
                </a:cubicBezTo>
                <a:cubicBezTo>
                  <a:pt x="202935" y="427534"/>
                  <a:pt x="205669" y="420291"/>
                  <a:pt x="207610" y="412750"/>
                </a:cubicBezTo>
                <a:cubicBezTo>
                  <a:pt x="217840" y="411063"/>
                  <a:pt x="225778" y="401141"/>
                  <a:pt x="225778" y="389136"/>
                </a:cubicBezTo>
                <a:lnTo>
                  <a:pt x="225778" y="373261"/>
                </a:lnTo>
                <a:cubicBezTo>
                  <a:pt x="225778" y="361255"/>
                  <a:pt x="217928" y="351334"/>
                  <a:pt x="207610" y="349647"/>
                </a:cubicBezTo>
                <a:cubicBezTo>
                  <a:pt x="205669" y="342106"/>
                  <a:pt x="202935" y="334863"/>
                  <a:pt x="199672" y="328116"/>
                </a:cubicBezTo>
                <a:cubicBezTo>
                  <a:pt x="201789" y="324941"/>
                  <a:pt x="203112" y="321370"/>
                  <a:pt x="203641" y="317698"/>
                </a:cubicBezTo>
                <a:lnTo>
                  <a:pt x="304359" y="317698"/>
                </a:lnTo>
                <a:cubicBezTo>
                  <a:pt x="304888" y="321370"/>
                  <a:pt x="306211" y="324941"/>
                  <a:pt x="308328" y="328116"/>
                </a:cubicBezTo>
                <a:cubicBezTo>
                  <a:pt x="305065" y="334963"/>
                  <a:pt x="302331" y="342106"/>
                  <a:pt x="300390" y="349746"/>
                </a:cubicBezTo>
                <a:cubicBezTo>
                  <a:pt x="290160" y="351433"/>
                  <a:pt x="282222" y="361355"/>
                  <a:pt x="282222" y="373360"/>
                </a:cubicBezTo>
                <a:lnTo>
                  <a:pt x="282222" y="389235"/>
                </a:lnTo>
                <a:cubicBezTo>
                  <a:pt x="282222" y="401241"/>
                  <a:pt x="290072" y="411163"/>
                  <a:pt x="300390" y="412849"/>
                </a:cubicBezTo>
                <a:cubicBezTo>
                  <a:pt x="302331" y="420390"/>
                  <a:pt x="305065" y="427633"/>
                  <a:pt x="308328" y="434479"/>
                </a:cubicBezTo>
                <a:cubicBezTo>
                  <a:pt x="302154" y="443805"/>
                  <a:pt x="302772" y="457101"/>
                  <a:pt x="310268" y="465534"/>
                </a:cubicBezTo>
                <a:lnTo>
                  <a:pt x="320234" y="476746"/>
                </a:lnTo>
                <a:cubicBezTo>
                  <a:pt x="327731" y="485279"/>
                  <a:pt x="339549" y="485973"/>
                  <a:pt x="347839" y="478929"/>
                </a:cubicBezTo>
                <a:cubicBezTo>
                  <a:pt x="353836" y="482600"/>
                  <a:pt x="360274" y="485676"/>
                  <a:pt x="366977" y="487859"/>
                </a:cubicBezTo>
                <a:cubicBezTo>
                  <a:pt x="368476" y="499368"/>
                  <a:pt x="377296" y="508298"/>
                  <a:pt x="387967" y="508298"/>
                </a:cubicBezTo>
                <a:lnTo>
                  <a:pt x="402078" y="508298"/>
                </a:lnTo>
                <a:cubicBezTo>
                  <a:pt x="412750" y="508298"/>
                  <a:pt x="421569" y="499467"/>
                  <a:pt x="423069" y="487859"/>
                </a:cubicBezTo>
                <a:cubicBezTo>
                  <a:pt x="429772" y="485676"/>
                  <a:pt x="436210" y="482600"/>
                  <a:pt x="442295" y="478929"/>
                </a:cubicBezTo>
                <a:cubicBezTo>
                  <a:pt x="450585" y="485874"/>
                  <a:pt x="462403" y="485180"/>
                  <a:pt x="469900" y="476746"/>
                </a:cubicBezTo>
                <a:lnTo>
                  <a:pt x="479866" y="465534"/>
                </a:lnTo>
                <a:cubicBezTo>
                  <a:pt x="487451" y="457002"/>
                  <a:pt x="488068" y="443805"/>
                  <a:pt x="481806" y="434479"/>
                </a:cubicBezTo>
                <a:cubicBezTo>
                  <a:pt x="485069" y="427732"/>
                  <a:pt x="487803" y="420489"/>
                  <a:pt x="489744" y="412948"/>
                </a:cubicBezTo>
                <a:cubicBezTo>
                  <a:pt x="499974" y="411262"/>
                  <a:pt x="507912" y="401340"/>
                  <a:pt x="507912" y="389334"/>
                </a:cubicBezTo>
                <a:lnTo>
                  <a:pt x="507912" y="373459"/>
                </a:lnTo>
                <a:cubicBezTo>
                  <a:pt x="507912" y="361454"/>
                  <a:pt x="500063" y="351532"/>
                  <a:pt x="489744" y="349845"/>
                </a:cubicBezTo>
                <a:cubicBezTo>
                  <a:pt x="487803" y="342305"/>
                  <a:pt x="485069" y="335062"/>
                  <a:pt x="481806" y="328315"/>
                </a:cubicBezTo>
                <a:cubicBezTo>
                  <a:pt x="484981" y="323552"/>
                  <a:pt x="486392" y="317698"/>
                  <a:pt x="485951" y="312043"/>
                </a:cubicBezTo>
                <a:cubicBezTo>
                  <a:pt x="499004" y="303907"/>
                  <a:pt x="507912" y="288330"/>
                  <a:pt x="507912" y="270272"/>
                </a:cubicBezTo>
                <a:lnTo>
                  <a:pt x="507912" y="206772"/>
                </a:lnTo>
                <a:cubicBezTo>
                  <a:pt x="507912" y="180479"/>
                  <a:pt x="488950" y="159147"/>
                  <a:pt x="465578" y="159147"/>
                </a:cubicBezTo>
                <a:lnTo>
                  <a:pt x="409134" y="159147"/>
                </a:lnTo>
                <a:close/>
                <a:moveTo>
                  <a:pt x="112889" y="333375"/>
                </a:moveTo>
                <a:cubicBezTo>
                  <a:pt x="136253" y="333375"/>
                  <a:pt x="155222" y="354715"/>
                  <a:pt x="155222" y="381000"/>
                </a:cubicBezTo>
                <a:cubicBezTo>
                  <a:pt x="155222" y="407285"/>
                  <a:pt x="136253" y="428625"/>
                  <a:pt x="112889" y="428625"/>
                </a:cubicBezTo>
                <a:cubicBezTo>
                  <a:pt x="89524" y="428625"/>
                  <a:pt x="70556" y="407285"/>
                  <a:pt x="70556" y="381000"/>
                </a:cubicBezTo>
                <a:cubicBezTo>
                  <a:pt x="70556" y="354715"/>
                  <a:pt x="89524" y="333375"/>
                  <a:pt x="112889" y="333375"/>
                </a:cubicBezTo>
                <a:close/>
                <a:moveTo>
                  <a:pt x="352778" y="381000"/>
                </a:moveTo>
                <a:cubicBezTo>
                  <a:pt x="352778" y="354715"/>
                  <a:pt x="371747" y="333375"/>
                  <a:pt x="395111" y="333375"/>
                </a:cubicBezTo>
                <a:cubicBezTo>
                  <a:pt x="418476" y="333375"/>
                  <a:pt x="437444" y="354715"/>
                  <a:pt x="437444" y="381000"/>
                </a:cubicBezTo>
                <a:cubicBezTo>
                  <a:pt x="437444" y="407285"/>
                  <a:pt x="418476" y="428625"/>
                  <a:pt x="395111" y="428625"/>
                </a:cubicBezTo>
                <a:cubicBezTo>
                  <a:pt x="371747" y="428625"/>
                  <a:pt x="352778" y="407285"/>
                  <a:pt x="352778" y="3810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8572500" y="3111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6-WHEEL DRIVE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72500" y="34925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stability and all-terrain maneuverability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20000" y="4318000"/>
            <a:ext cx="7874000" cy="1143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7874000" y="457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8572500" y="4445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24V DC MOTORS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72500" y="48260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Powerful yet efficient drive system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62000" y="6477000"/>
            <a:ext cx="14732000" cy="1524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8" name="Text 15"/>
          <p:cNvSpPr/>
          <p:nvPr/>
        </p:nvSpPr>
        <p:spPr>
          <a:xfrm>
            <a:off x="1270000" y="6604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 KG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1270000" y="736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Capacity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61000" y="6794500"/>
            <a:ext cx="25400" cy="1016000"/>
          </a:xfrm>
          <a:prstGeom prst="rect">
            <a:avLst/>
          </a:prstGeom>
          <a:solidFill>
            <a:srgbClr val="0D9488">
              <a:alpha val="50196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969000" y="6604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KM/H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5969000" y="736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Speed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160000" y="6794500"/>
            <a:ext cx="25400" cy="1016000"/>
          </a:xfrm>
          <a:prstGeom prst="rect">
            <a:avLst/>
          </a:prstGeom>
          <a:solidFill>
            <a:srgbClr val="0D9488">
              <a:alpha val="5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0668000" y="6604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 V</a:t>
            </a:r>
            <a:endParaRPr lang="en-US" sz="4400" dirty="0"/>
          </a:p>
        </p:txBody>
      </p:sp>
      <p:sp>
        <p:nvSpPr>
          <p:cNvPr id="25" name="Text 22"/>
          <p:cNvSpPr/>
          <p:nvPr/>
        </p:nvSpPr>
        <p:spPr>
          <a:xfrm>
            <a:off x="10668000" y="736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 Voltage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 SOFTWARE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2032000"/>
            <a:ext cx="2540000" cy="101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213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0"/>
                </a:moveTo>
                <a:cubicBezTo>
                  <a:pt x="257175" y="-15806"/>
                  <a:pt x="244406" y="-28575"/>
                  <a:pt x="228600" y="-28575"/>
                </a:cubicBezTo>
                <a:cubicBezTo>
                  <a:pt x="212794" y="-28575"/>
                  <a:pt x="200025" y="-15806"/>
                  <a:pt x="200025" y="0"/>
                </a:cubicBezTo>
                <a:lnTo>
                  <a:pt x="200025" y="228600"/>
                </a:lnTo>
                <a:cubicBezTo>
                  <a:pt x="200025" y="244406"/>
                  <a:pt x="212794" y="257175"/>
                  <a:pt x="228600" y="257175"/>
                </a:cubicBezTo>
                <a:cubicBezTo>
                  <a:pt x="244406" y="257175"/>
                  <a:pt x="257175" y="244406"/>
                  <a:pt x="257175" y="228600"/>
                </a:cubicBezTo>
                <a:lnTo>
                  <a:pt x="257175" y="0"/>
                </a:lnTo>
                <a:close/>
                <a:moveTo>
                  <a:pt x="130641" y="87868"/>
                </a:moveTo>
                <a:cubicBezTo>
                  <a:pt x="143589" y="78849"/>
                  <a:pt x="146715" y="60990"/>
                  <a:pt x="137696" y="48042"/>
                </a:cubicBezTo>
                <a:cubicBezTo>
                  <a:pt x="128677" y="35094"/>
                  <a:pt x="110817" y="31968"/>
                  <a:pt x="97869" y="40987"/>
                </a:cubicBezTo>
                <a:cubicBezTo>
                  <a:pt x="38755" y="82242"/>
                  <a:pt x="0" y="150912"/>
                  <a:pt x="0" y="228600"/>
                </a:cubicBezTo>
                <a:cubicBezTo>
                  <a:pt x="0" y="354866"/>
                  <a:pt x="102334" y="457200"/>
                  <a:pt x="228600" y="457200"/>
                </a:cubicBezTo>
                <a:cubicBezTo>
                  <a:pt x="354866" y="457200"/>
                  <a:pt x="457200" y="354866"/>
                  <a:pt x="457200" y="228600"/>
                </a:cubicBezTo>
                <a:cubicBezTo>
                  <a:pt x="457200" y="150912"/>
                  <a:pt x="418445" y="82242"/>
                  <a:pt x="359241" y="40987"/>
                </a:cubicBezTo>
                <a:cubicBezTo>
                  <a:pt x="346293" y="31968"/>
                  <a:pt x="328523" y="35094"/>
                  <a:pt x="319415" y="48042"/>
                </a:cubicBezTo>
                <a:cubicBezTo>
                  <a:pt x="310307" y="60990"/>
                  <a:pt x="313521" y="78760"/>
                  <a:pt x="326469" y="87868"/>
                </a:cubicBezTo>
                <a:cubicBezTo>
                  <a:pt x="370939" y="118943"/>
                  <a:pt x="399961" y="170378"/>
                  <a:pt x="399961" y="228600"/>
                </a:cubicBezTo>
                <a:cubicBezTo>
                  <a:pt x="399961" y="323255"/>
                  <a:pt x="323165" y="400050"/>
                  <a:pt x="228511" y="400050"/>
                </a:cubicBezTo>
                <a:cubicBezTo>
                  <a:pt x="133856" y="400050"/>
                  <a:pt x="57150" y="323255"/>
                  <a:pt x="57150" y="228600"/>
                </a:cubicBezTo>
                <a:cubicBezTo>
                  <a:pt x="57150" y="170378"/>
                  <a:pt x="86171" y="118854"/>
                  <a:pt x="130641" y="878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66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56000" y="2476500"/>
            <a:ext cx="635000" cy="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191000" y="2032000"/>
            <a:ext cx="2540000" cy="101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5080000" y="213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191000" y="266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 INIT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31000" y="2476500"/>
            <a:ext cx="635000" cy="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366000" y="2032000"/>
            <a:ext cx="2540000" cy="101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55000" y="2133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66000" y="266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 CONNECT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06000" y="2476500"/>
            <a:ext cx="635000" cy="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541000" y="2032000"/>
            <a:ext cx="2540000" cy="101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0" y="213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41000" y="266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LOOP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811000" y="3048000"/>
            <a:ext cx="0" cy="635000"/>
          </a:xfrm>
          <a:prstGeom prst="straightConnector1">
            <a:avLst/>
          </a:prstGeom>
          <a:noFill/>
          <a:ln w="38100">
            <a:solidFill>
              <a:srgbClr val="14B8A6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70000" y="4064000"/>
            <a:ext cx="13716000" cy="35560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70000" y="41275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kern="0" spc="300" dirty="0">
                <a:solidFill>
                  <a:srgbClr val="134E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LOOP CYCLE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651000" y="4762500"/>
            <a:ext cx="2794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4864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25400"/>
                </a:moveTo>
                <a:cubicBezTo>
                  <a:pt x="146191" y="25400"/>
                  <a:pt x="100542" y="54610"/>
                  <a:pt x="67310" y="89376"/>
                </a:cubicBezTo>
                <a:cubicBezTo>
                  <a:pt x="34290" y="123904"/>
                  <a:pt x="12206" y="165100"/>
                  <a:pt x="1693" y="193437"/>
                </a:cubicBezTo>
                <a:cubicBezTo>
                  <a:pt x="-635" y="199708"/>
                  <a:pt x="-635" y="206692"/>
                  <a:pt x="1693" y="212963"/>
                </a:cubicBezTo>
                <a:cubicBezTo>
                  <a:pt x="12206" y="241300"/>
                  <a:pt x="34290" y="282575"/>
                  <a:pt x="67310" y="317024"/>
                </a:cubicBezTo>
                <a:cubicBezTo>
                  <a:pt x="100542" y="351711"/>
                  <a:pt x="146191" y="381000"/>
                  <a:pt x="203200" y="381000"/>
                </a:cubicBezTo>
                <a:cubicBezTo>
                  <a:pt x="260209" y="381000"/>
                  <a:pt x="305858" y="351790"/>
                  <a:pt x="339090" y="317024"/>
                </a:cubicBezTo>
                <a:cubicBezTo>
                  <a:pt x="372110" y="282496"/>
                  <a:pt x="394194" y="241300"/>
                  <a:pt x="404707" y="212963"/>
                </a:cubicBezTo>
                <a:cubicBezTo>
                  <a:pt x="407035" y="206692"/>
                  <a:pt x="407035" y="199707"/>
                  <a:pt x="404707" y="193437"/>
                </a:cubicBezTo>
                <a:cubicBezTo>
                  <a:pt x="394194" y="165100"/>
                  <a:pt x="372110" y="123825"/>
                  <a:pt x="339090" y="89376"/>
                </a:cubicBezTo>
                <a:cubicBezTo>
                  <a:pt x="305858" y="54689"/>
                  <a:pt x="260209" y="25400"/>
                  <a:pt x="203200" y="25400"/>
                </a:cubicBezTo>
                <a:close/>
                <a:moveTo>
                  <a:pt x="101600" y="203200"/>
                </a:moveTo>
                <a:cubicBezTo>
                  <a:pt x="101600" y="140116"/>
                  <a:pt x="147125" y="88900"/>
                  <a:pt x="203200" y="88900"/>
                </a:cubicBezTo>
                <a:cubicBezTo>
                  <a:pt x="259275" y="88900"/>
                  <a:pt x="304800" y="140116"/>
                  <a:pt x="304800" y="203200"/>
                </a:cubicBezTo>
                <a:cubicBezTo>
                  <a:pt x="304800" y="266284"/>
                  <a:pt x="259275" y="317500"/>
                  <a:pt x="203200" y="317500"/>
                </a:cubicBezTo>
                <a:cubicBezTo>
                  <a:pt x="147125" y="317500"/>
                  <a:pt x="101600" y="266284"/>
                  <a:pt x="101600" y="203200"/>
                </a:cubicBezTo>
                <a:close/>
                <a:moveTo>
                  <a:pt x="203200" y="152400"/>
                </a:moveTo>
                <a:cubicBezTo>
                  <a:pt x="203200" y="180419"/>
                  <a:pt x="182951" y="203200"/>
                  <a:pt x="158044" y="203200"/>
                </a:cubicBezTo>
                <a:cubicBezTo>
                  <a:pt x="149931" y="203200"/>
                  <a:pt x="142311" y="200819"/>
                  <a:pt x="135678" y="196533"/>
                </a:cubicBezTo>
                <a:cubicBezTo>
                  <a:pt x="134973" y="205184"/>
                  <a:pt x="135608" y="214074"/>
                  <a:pt x="137724" y="222885"/>
                </a:cubicBezTo>
                <a:cubicBezTo>
                  <a:pt x="147391" y="263525"/>
                  <a:pt x="184573" y="287655"/>
                  <a:pt x="220698" y="276781"/>
                </a:cubicBezTo>
                <a:cubicBezTo>
                  <a:pt x="256822" y="265906"/>
                  <a:pt x="278271" y="224076"/>
                  <a:pt x="268605" y="183436"/>
                </a:cubicBezTo>
                <a:cubicBezTo>
                  <a:pt x="259997" y="147161"/>
                  <a:pt x="229447" y="124063"/>
                  <a:pt x="197273" y="127238"/>
                </a:cubicBezTo>
                <a:cubicBezTo>
                  <a:pt x="201013" y="134620"/>
                  <a:pt x="203200" y="143193"/>
                  <a:pt x="203200" y="1524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5334000"/>
            <a:ext cx="279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SENSORS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45000" y="5270500"/>
            <a:ext cx="635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080000" y="4762500"/>
            <a:ext cx="2794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6000" y="4864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080000" y="5334000"/>
            <a:ext cx="279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DATA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74000" y="5270500"/>
            <a:ext cx="635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8509000" y="4762500"/>
            <a:ext cx="2794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525000" y="4864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8460" y="-20876"/>
                </a:moveTo>
                <a:cubicBezTo>
                  <a:pt x="385374" y="-23654"/>
                  <a:pt x="392994" y="-21669"/>
                  <a:pt x="398216" y="-15875"/>
                </a:cubicBezTo>
                <a:cubicBezTo>
                  <a:pt x="403437" y="-10081"/>
                  <a:pt x="405130" y="-1429"/>
                  <a:pt x="402661" y="6350"/>
                </a:cubicBezTo>
                <a:lnTo>
                  <a:pt x="277072" y="400764"/>
                </a:lnTo>
                <a:cubicBezTo>
                  <a:pt x="273544" y="411797"/>
                  <a:pt x="264301" y="419100"/>
                  <a:pt x="253929" y="419100"/>
                </a:cubicBezTo>
                <a:cubicBezTo>
                  <a:pt x="243911" y="419100"/>
                  <a:pt x="234879" y="412274"/>
                  <a:pt x="231140" y="401876"/>
                </a:cubicBezTo>
                <a:lnTo>
                  <a:pt x="185843" y="276463"/>
                </a:lnTo>
                <a:cubicBezTo>
                  <a:pt x="182668" y="267732"/>
                  <a:pt x="184079" y="257731"/>
                  <a:pt x="189512" y="250587"/>
                </a:cubicBezTo>
                <a:lnTo>
                  <a:pt x="256187" y="161369"/>
                </a:lnTo>
                <a:cubicBezTo>
                  <a:pt x="259786" y="156528"/>
                  <a:pt x="259503" y="149463"/>
                  <a:pt x="255552" y="145018"/>
                </a:cubicBezTo>
                <a:cubicBezTo>
                  <a:pt x="251601" y="140573"/>
                  <a:pt x="245251" y="140256"/>
                  <a:pt x="241018" y="144304"/>
                </a:cubicBezTo>
                <a:lnTo>
                  <a:pt x="161713" y="219154"/>
                </a:lnTo>
                <a:cubicBezTo>
                  <a:pt x="155293" y="225187"/>
                  <a:pt x="146473" y="226774"/>
                  <a:pt x="138712" y="223282"/>
                </a:cubicBezTo>
                <a:lnTo>
                  <a:pt x="26882" y="172085"/>
                </a:lnTo>
                <a:cubicBezTo>
                  <a:pt x="17639" y="167878"/>
                  <a:pt x="11571" y="157718"/>
                  <a:pt x="11571" y="146447"/>
                </a:cubicBezTo>
                <a:cubicBezTo>
                  <a:pt x="11571" y="134779"/>
                  <a:pt x="18062" y="124381"/>
                  <a:pt x="27869" y="120412"/>
                </a:cubicBezTo>
                <a:lnTo>
                  <a:pt x="378460" y="-20876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9000" y="5334000"/>
            <a:ext cx="279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 VIA 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1303000" y="5270500"/>
            <a:ext cx="635000" cy="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1938000" y="4762500"/>
            <a:ext cx="2794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2954000" y="4864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11938000" y="5334000"/>
            <a:ext cx="279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SAFETY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80000" y="6223000"/>
            <a:ext cx="6096000" cy="1016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8" name="Shape 36"/>
          <p:cNvSpPr/>
          <p:nvPr/>
        </p:nvSpPr>
        <p:spPr>
          <a:xfrm>
            <a:off x="7747000" y="6324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4097" y="167084"/>
                </a:moveTo>
                <a:cubicBezTo>
                  <a:pt x="271844" y="164465"/>
                  <a:pt x="279972" y="169069"/>
                  <a:pt x="283464" y="178038"/>
                </a:cubicBezTo>
                <a:lnTo>
                  <a:pt x="295275" y="207883"/>
                </a:lnTo>
                <a:cubicBezTo>
                  <a:pt x="301816" y="208994"/>
                  <a:pt x="308229" y="211217"/>
                  <a:pt x="314262" y="214313"/>
                </a:cubicBezTo>
                <a:lnTo>
                  <a:pt x="336487" y="195818"/>
                </a:lnTo>
                <a:cubicBezTo>
                  <a:pt x="343154" y="190262"/>
                  <a:pt x="351981" y="191373"/>
                  <a:pt x="357632" y="198438"/>
                </a:cubicBezTo>
                <a:lnTo>
                  <a:pt x="369824" y="213678"/>
                </a:lnTo>
                <a:cubicBezTo>
                  <a:pt x="375475" y="220742"/>
                  <a:pt x="376365" y="231854"/>
                  <a:pt x="371919" y="240109"/>
                </a:cubicBezTo>
                <a:lnTo>
                  <a:pt x="357124" y="267811"/>
                </a:lnTo>
                <a:cubicBezTo>
                  <a:pt x="358331" y="271542"/>
                  <a:pt x="359410" y="275431"/>
                  <a:pt x="360299" y="279479"/>
                </a:cubicBezTo>
                <a:cubicBezTo>
                  <a:pt x="361188" y="283528"/>
                  <a:pt x="361759" y="287496"/>
                  <a:pt x="362204" y="291544"/>
                </a:cubicBezTo>
                <a:lnTo>
                  <a:pt x="386144" y="306308"/>
                </a:lnTo>
                <a:cubicBezTo>
                  <a:pt x="393319" y="310753"/>
                  <a:pt x="397002" y="320913"/>
                  <a:pt x="394907" y="330518"/>
                </a:cubicBezTo>
                <a:lnTo>
                  <a:pt x="390462" y="351314"/>
                </a:lnTo>
                <a:cubicBezTo>
                  <a:pt x="388366" y="360918"/>
                  <a:pt x="381190" y="367427"/>
                  <a:pt x="373190" y="366792"/>
                </a:cubicBezTo>
                <a:lnTo>
                  <a:pt x="346519" y="364649"/>
                </a:lnTo>
                <a:cubicBezTo>
                  <a:pt x="342519" y="371078"/>
                  <a:pt x="337884" y="377031"/>
                  <a:pt x="332613" y="382111"/>
                </a:cubicBezTo>
                <a:lnTo>
                  <a:pt x="334328" y="415369"/>
                </a:lnTo>
                <a:cubicBezTo>
                  <a:pt x="334835" y="425371"/>
                  <a:pt x="329629" y="434419"/>
                  <a:pt x="321945" y="436959"/>
                </a:cubicBezTo>
                <a:lnTo>
                  <a:pt x="305308" y="442516"/>
                </a:lnTo>
                <a:cubicBezTo>
                  <a:pt x="297561" y="445135"/>
                  <a:pt x="289497" y="440531"/>
                  <a:pt x="285941" y="431562"/>
                </a:cubicBezTo>
                <a:lnTo>
                  <a:pt x="274130" y="401717"/>
                </a:lnTo>
                <a:cubicBezTo>
                  <a:pt x="267589" y="400606"/>
                  <a:pt x="261176" y="398383"/>
                  <a:pt x="255143" y="395288"/>
                </a:cubicBezTo>
                <a:lnTo>
                  <a:pt x="232918" y="413782"/>
                </a:lnTo>
                <a:cubicBezTo>
                  <a:pt x="226251" y="419338"/>
                  <a:pt x="217424" y="418227"/>
                  <a:pt x="211773" y="411163"/>
                </a:cubicBezTo>
                <a:lnTo>
                  <a:pt x="199581" y="395923"/>
                </a:lnTo>
                <a:cubicBezTo>
                  <a:pt x="193929" y="388858"/>
                  <a:pt x="193040" y="377825"/>
                  <a:pt x="197485" y="369491"/>
                </a:cubicBezTo>
                <a:lnTo>
                  <a:pt x="212281" y="341709"/>
                </a:lnTo>
                <a:cubicBezTo>
                  <a:pt x="211074" y="337979"/>
                  <a:pt x="209994" y="334089"/>
                  <a:pt x="209106" y="330041"/>
                </a:cubicBezTo>
                <a:cubicBezTo>
                  <a:pt x="208217" y="325993"/>
                  <a:pt x="207645" y="321945"/>
                  <a:pt x="207201" y="317976"/>
                </a:cubicBezTo>
                <a:lnTo>
                  <a:pt x="183261" y="303213"/>
                </a:lnTo>
                <a:cubicBezTo>
                  <a:pt x="176086" y="298768"/>
                  <a:pt x="172466" y="288608"/>
                  <a:pt x="174498" y="279003"/>
                </a:cubicBezTo>
                <a:lnTo>
                  <a:pt x="178943" y="258207"/>
                </a:lnTo>
                <a:cubicBezTo>
                  <a:pt x="181039" y="248602"/>
                  <a:pt x="188214" y="242094"/>
                  <a:pt x="196215" y="242729"/>
                </a:cubicBezTo>
                <a:lnTo>
                  <a:pt x="222822" y="244872"/>
                </a:lnTo>
                <a:cubicBezTo>
                  <a:pt x="226822" y="238442"/>
                  <a:pt x="231458" y="232489"/>
                  <a:pt x="236728" y="227409"/>
                </a:cubicBezTo>
                <a:lnTo>
                  <a:pt x="235014" y="194231"/>
                </a:lnTo>
                <a:cubicBezTo>
                  <a:pt x="234506" y="184229"/>
                  <a:pt x="239712" y="175181"/>
                  <a:pt x="247396" y="172641"/>
                </a:cubicBezTo>
                <a:lnTo>
                  <a:pt x="264033" y="167084"/>
                </a:lnTo>
                <a:close/>
                <a:moveTo>
                  <a:pt x="284734" y="269875"/>
                </a:moveTo>
                <a:cubicBezTo>
                  <a:pt x="269313" y="269897"/>
                  <a:pt x="256808" y="285564"/>
                  <a:pt x="256826" y="304840"/>
                </a:cubicBezTo>
                <a:cubicBezTo>
                  <a:pt x="256843" y="324115"/>
                  <a:pt x="269377" y="339747"/>
                  <a:pt x="284798" y="339725"/>
                </a:cubicBezTo>
                <a:cubicBezTo>
                  <a:pt x="300218" y="339703"/>
                  <a:pt x="312723" y="324036"/>
                  <a:pt x="312706" y="304760"/>
                </a:cubicBezTo>
                <a:cubicBezTo>
                  <a:pt x="312688" y="285485"/>
                  <a:pt x="300155" y="269853"/>
                  <a:pt x="284734" y="269875"/>
                </a:cubicBezTo>
                <a:close/>
                <a:moveTo>
                  <a:pt x="142812" y="-36116"/>
                </a:moveTo>
                <a:lnTo>
                  <a:pt x="159449" y="-30559"/>
                </a:lnTo>
                <a:cubicBezTo>
                  <a:pt x="167132" y="-27940"/>
                  <a:pt x="172339" y="-18891"/>
                  <a:pt x="171831" y="-8969"/>
                </a:cubicBezTo>
                <a:lnTo>
                  <a:pt x="170117" y="24209"/>
                </a:lnTo>
                <a:cubicBezTo>
                  <a:pt x="175387" y="29289"/>
                  <a:pt x="180023" y="35163"/>
                  <a:pt x="184023" y="41672"/>
                </a:cubicBezTo>
                <a:lnTo>
                  <a:pt x="210693" y="39529"/>
                </a:lnTo>
                <a:cubicBezTo>
                  <a:pt x="218631" y="38894"/>
                  <a:pt x="225869" y="45403"/>
                  <a:pt x="227965" y="55007"/>
                </a:cubicBezTo>
                <a:lnTo>
                  <a:pt x="232410" y="75803"/>
                </a:lnTo>
                <a:cubicBezTo>
                  <a:pt x="234442" y="85408"/>
                  <a:pt x="230823" y="95568"/>
                  <a:pt x="223647" y="100013"/>
                </a:cubicBezTo>
                <a:lnTo>
                  <a:pt x="199708" y="114776"/>
                </a:lnTo>
                <a:cubicBezTo>
                  <a:pt x="199263" y="118824"/>
                  <a:pt x="198628" y="122873"/>
                  <a:pt x="197803" y="126841"/>
                </a:cubicBezTo>
                <a:cubicBezTo>
                  <a:pt x="196977" y="130810"/>
                  <a:pt x="195834" y="134779"/>
                  <a:pt x="194628" y="138509"/>
                </a:cubicBezTo>
                <a:lnTo>
                  <a:pt x="209423" y="166291"/>
                </a:lnTo>
                <a:cubicBezTo>
                  <a:pt x="213868" y="174625"/>
                  <a:pt x="212979" y="185658"/>
                  <a:pt x="207328" y="192722"/>
                </a:cubicBezTo>
                <a:lnTo>
                  <a:pt x="195136" y="207963"/>
                </a:lnTo>
                <a:cubicBezTo>
                  <a:pt x="189484" y="215027"/>
                  <a:pt x="180658" y="216138"/>
                  <a:pt x="173990" y="210582"/>
                </a:cubicBezTo>
                <a:lnTo>
                  <a:pt x="151765" y="192088"/>
                </a:lnTo>
                <a:cubicBezTo>
                  <a:pt x="145733" y="195183"/>
                  <a:pt x="139319" y="197406"/>
                  <a:pt x="132779" y="198517"/>
                </a:cubicBezTo>
                <a:lnTo>
                  <a:pt x="120968" y="228362"/>
                </a:lnTo>
                <a:cubicBezTo>
                  <a:pt x="117412" y="237331"/>
                  <a:pt x="109283" y="241856"/>
                  <a:pt x="101600" y="239316"/>
                </a:cubicBezTo>
                <a:lnTo>
                  <a:pt x="84963" y="233759"/>
                </a:lnTo>
                <a:cubicBezTo>
                  <a:pt x="77216" y="231140"/>
                  <a:pt x="72073" y="222091"/>
                  <a:pt x="72581" y="212169"/>
                </a:cubicBezTo>
                <a:lnTo>
                  <a:pt x="74295" y="178911"/>
                </a:lnTo>
                <a:cubicBezTo>
                  <a:pt x="69025" y="173831"/>
                  <a:pt x="64389" y="167958"/>
                  <a:pt x="60389" y="161449"/>
                </a:cubicBezTo>
                <a:lnTo>
                  <a:pt x="33719" y="163592"/>
                </a:lnTo>
                <a:cubicBezTo>
                  <a:pt x="25781" y="164227"/>
                  <a:pt x="18542" y="157718"/>
                  <a:pt x="16447" y="148114"/>
                </a:cubicBezTo>
                <a:lnTo>
                  <a:pt x="12002" y="127318"/>
                </a:lnTo>
                <a:cubicBezTo>
                  <a:pt x="9970" y="117713"/>
                  <a:pt x="13589" y="107553"/>
                  <a:pt x="20765" y="103108"/>
                </a:cubicBezTo>
                <a:lnTo>
                  <a:pt x="44704" y="88344"/>
                </a:lnTo>
                <a:cubicBezTo>
                  <a:pt x="45149" y="84296"/>
                  <a:pt x="45784" y="80328"/>
                  <a:pt x="46609" y="76279"/>
                </a:cubicBezTo>
                <a:cubicBezTo>
                  <a:pt x="47498" y="72231"/>
                  <a:pt x="48514" y="68342"/>
                  <a:pt x="49784" y="64611"/>
                </a:cubicBezTo>
                <a:lnTo>
                  <a:pt x="34989" y="36909"/>
                </a:lnTo>
                <a:cubicBezTo>
                  <a:pt x="30544" y="28575"/>
                  <a:pt x="31433" y="17542"/>
                  <a:pt x="37084" y="10478"/>
                </a:cubicBezTo>
                <a:lnTo>
                  <a:pt x="49276" y="-4762"/>
                </a:lnTo>
                <a:cubicBezTo>
                  <a:pt x="54928" y="-11827"/>
                  <a:pt x="63754" y="-12938"/>
                  <a:pt x="70422" y="-7382"/>
                </a:cubicBezTo>
                <a:lnTo>
                  <a:pt x="92646" y="11113"/>
                </a:lnTo>
                <a:cubicBezTo>
                  <a:pt x="98679" y="8017"/>
                  <a:pt x="105092" y="5794"/>
                  <a:pt x="111633" y="4683"/>
                </a:cubicBezTo>
                <a:lnTo>
                  <a:pt x="123444" y="-25162"/>
                </a:lnTo>
                <a:cubicBezTo>
                  <a:pt x="127000" y="-34131"/>
                  <a:pt x="135065" y="-38656"/>
                  <a:pt x="142812" y="-36116"/>
                </a:cubicBezTo>
                <a:close/>
                <a:moveTo>
                  <a:pt x="122174" y="66675"/>
                </a:moveTo>
                <a:cubicBezTo>
                  <a:pt x="106753" y="66675"/>
                  <a:pt x="94234" y="82324"/>
                  <a:pt x="94234" y="101600"/>
                </a:cubicBezTo>
                <a:cubicBezTo>
                  <a:pt x="94234" y="120876"/>
                  <a:pt x="106753" y="136525"/>
                  <a:pt x="122174" y="136525"/>
                </a:cubicBezTo>
                <a:cubicBezTo>
                  <a:pt x="137595" y="136525"/>
                  <a:pt x="150114" y="120876"/>
                  <a:pt x="150114" y="101600"/>
                </a:cubicBezTo>
                <a:cubicBezTo>
                  <a:pt x="150114" y="82324"/>
                  <a:pt x="137595" y="66675"/>
                  <a:pt x="122174" y="6667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5080000" y="6794500"/>
            <a:ext cx="609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 CONTROL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270000" y="5969000"/>
            <a:ext cx="0" cy="1524000"/>
          </a:xfrm>
          <a:prstGeom prst="straightConnector1">
            <a:avLst/>
          </a:prstGeom>
          <a:noFill/>
          <a:ln w="25400">
            <a:solidFill>
              <a:srgbClr val="0D9488"/>
            </a:solidFill>
            <a:prstDash val="dash"/>
            <a:headEnd type="arrow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4699000" cy="2794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250" y="95250"/>
                </a:moveTo>
                <a:cubicBezTo>
                  <a:pt x="222250" y="77727"/>
                  <a:pt x="236477" y="63500"/>
                  <a:pt x="254000" y="63500"/>
                </a:cubicBezTo>
                <a:cubicBezTo>
                  <a:pt x="271523" y="63500"/>
                  <a:pt x="285750" y="77727"/>
                  <a:pt x="285750" y="95250"/>
                </a:cubicBezTo>
                <a:cubicBezTo>
                  <a:pt x="285750" y="112773"/>
                  <a:pt x="271523" y="127000"/>
                  <a:pt x="254000" y="127000"/>
                </a:cubicBezTo>
                <a:cubicBezTo>
                  <a:pt x="236477" y="127000"/>
                  <a:pt x="222250" y="112773"/>
                  <a:pt x="222250" y="95250"/>
                </a:cubicBezTo>
                <a:close/>
                <a:moveTo>
                  <a:pt x="343793" y="127000"/>
                </a:moveTo>
                <a:cubicBezTo>
                  <a:pt x="347266" y="117078"/>
                  <a:pt x="349250" y="106363"/>
                  <a:pt x="349250" y="95250"/>
                </a:cubicBezTo>
                <a:cubicBezTo>
                  <a:pt x="349250" y="42664"/>
                  <a:pt x="306586" y="0"/>
                  <a:pt x="254000" y="0"/>
                </a:cubicBezTo>
                <a:cubicBezTo>
                  <a:pt x="201414" y="0"/>
                  <a:pt x="158750" y="42664"/>
                  <a:pt x="158750" y="95250"/>
                </a:cubicBezTo>
                <a:cubicBezTo>
                  <a:pt x="158750" y="106363"/>
                  <a:pt x="160635" y="117078"/>
                  <a:pt x="164207" y="127000"/>
                </a:cubicBezTo>
                <a:lnTo>
                  <a:pt x="142577" y="127000"/>
                </a:lnTo>
                <a:cubicBezTo>
                  <a:pt x="114498" y="127000"/>
                  <a:pt x="89793" y="145355"/>
                  <a:pt x="81756" y="172244"/>
                </a:cubicBezTo>
                <a:lnTo>
                  <a:pt x="2381" y="436761"/>
                </a:lnTo>
                <a:cubicBezTo>
                  <a:pt x="794" y="441920"/>
                  <a:pt x="0" y="447278"/>
                  <a:pt x="0" y="452636"/>
                </a:cubicBezTo>
                <a:cubicBezTo>
                  <a:pt x="0" y="483195"/>
                  <a:pt x="24805" y="508000"/>
                  <a:pt x="55364" y="508000"/>
                </a:cubicBezTo>
                <a:lnTo>
                  <a:pt x="452636" y="508000"/>
                </a:lnTo>
                <a:cubicBezTo>
                  <a:pt x="483195" y="508000"/>
                  <a:pt x="508000" y="483195"/>
                  <a:pt x="508000" y="452636"/>
                </a:cubicBezTo>
                <a:cubicBezTo>
                  <a:pt x="508000" y="447278"/>
                  <a:pt x="507206" y="441920"/>
                  <a:pt x="505619" y="436761"/>
                </a:cubicBezTo>
                <a:lnTo>
                  <a:pt x="426244" y="172343"/>
                </a:lnTo>
                <a:cubicBezTo>
                  <a:pt x="418207" y="145455"/>
                  <a:pt x="393502" y="127099"/>
                  <a:pt x="365423" y="127099"/>
                </a:cubicBezTo>
                <a:lnTo>
                  <a:pt x="343793" y="127099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03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TEST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730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Gradual loading up to 100kg rated capacity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683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</a:t>
            </a:r>
            <a:r>
              <a:rPr lang="en-US" sz="16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778000"/>
            <a:ext cx="4699000" cy="2794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254000" y="412750"/>
                </a:moveTo>
                <a:cubicBezTo>
                  <a:pt x="289024" y="412750"/>
                  <a:pt x="317500" y="384274"/>
                  <a:pt x="317500" y="349250"/>
                </a:cubicBezTo>
                <a:cubicBezTo>
                  <a:pt x="317500" y="333177"/>
                  <a:pt x="311547" y="318393"/>
                  <a:pt x="301625" y="307280"/>
                </a:cubicBezTo>
                <a:lnTo>
                  <a:pt x="370582" y="169466"/>
                </a:lnTo>
                <a:cubicBezTo>
                  <a:pt x="376436" y="157659"/>
                  <a:pt x="371673" y="143371"/>
                  <a:pt x="359966" y="137517"/>
                </a:cubicBezTo>
                <a:cubicBezTo>
                  <a:pt x="348258" y="131663"/>
                  <a:pt x="333871" y="136426"/>
                  <a:pt x="328017" y="148134"/>
                </a:cubicBezTo>
                <a:lnTo>
                  <a:pt x="259060" y="285948"/>
                </a:lnTo>
                <a:cubicBezTo>
                  <a:pt x="257373" y="285849"/>
                  <a:pt x="255687" y="285750"/>
                  <a:pt x="254000" y="285750"/>
                </a:cubicBezTo>
                <a:cubicBezTo>
                  <a:pt x="218976" y="285750"/>
                  <a:pt x="190500" y="314226"/>
                  <a:pt x="190500" y="349250"/>
                </a:cubicBezTo>
                <a:cubicBezTo>
                  <a:pt x="190500" y="384274"/>
                  <a:pt x="218976" y="412750"/>
                  <a:pt x="254000" y="412750"/>
                </a:cubicBezTo>
                <a:close/>
                <a:moveTo>
                  <a:pt x="174625" y="142875"/>
                </a:moveTo>
                <a:cubicBezTo>
                  <a:pt x="174625" y="125352"/>
                  <a:pt x="160398" y="111125"/>
                  <a:pt x="142875" y="111125"/>
                </a:cubicBezTo>
                <a:cubicBezTo>
                  <a:pt x="125352" y="111125"/>
                  <a:pt x="111125" y="125352"/>
                  <a:pt x="111125" y="142875"/>
                </a:cubicBezTo>
                <a:cubicBezTo>
                  <a:pt x="111125" y="160398"/>
                  <a:pt x="125352" y="174625"/>
                  <a:pt x="142875" y="174625"/>
                </a:cubicBezTo>
                <a:cubicBezTo>
                  <a:pt x="160398" y="174625"/>
                  <a:pt x="174625" y="160398"/>
                  <a:pt x="174625" y="142875"/>
                </a:cubicBezTo>
                <a:close/>
                <a:moveTo>
                  <a:pt x="95250" y="285750"/>
                </a:moveTo>
                <a:cubicBezTo>
                  <a:pt x="112773" y="285750"/>
                  <a:pt x="127000" y="271523"/>
                  <a:pt x="127000" y="254000"/>
                </a:cubicBezTo>
                <a:cubicBezTo>
                  <a:pt x="127000" y="236477"/>
                  <a:pt x="112773" y="222250"/>
                  <a:pt x="95250" y="222250"/>
                </a:cubicBezTo>
                <a:cubicBezTo>
                  <a:pt x="77727" y="222250"/>
                  <a:pt x="63500" y="236477"/>
                  <a:pt x="63500" y="254000"/>
                </a:cubicBezTo>
                <a:cubicBezTo>
                  <a:pt x="63500" y="271523"/>
                  <a:pt x="77727" y="285750"/>
                  <a:pt x="95250" y="285750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203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TEST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2500" y="2730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Acceleration and maximum speed verification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3683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</a:t>
            </a:r>
            <a:r>
              <a:rPr lang="en-US" sz="16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78000"/>
            <a:ext cx="4699000" cy="2794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9100" y="127000"/>
                </a:moveTo>
                <a:cubicBezTo>
                  <a:pt x="426085" y="127000"/>
                  <a:pt x="431800" y="134144"/>
                  <a:pt x="431800" y="142875"/>
                </a:cubicBezTo>
                <a:lnTo>
                  <a:pt x="431800" y="365125"/>
                </a:lnTo>
                <a:cubicBezTo>
                  <a:pt x="431800" y="373856"/>
                  <a:pt x="426085" y="381000"/>
                  <a:pt x="419100" y="381000"/>
                </a:cubicBezTo>
                <a:lnTo>
                  <a:pt x="88900" y="381000"/>
                </a:lnTo>
                <a:cubicBezTo>
                  <a:pt x="81915" y="381000"/>
                  <a:pt x="76200" y="373856"/>
                  <a:pt x="76200" y="365125"/>
                </a:cubicBezTo>
                <a:lnTo>
                  <a:pt x="76200" y="142875"/>
                </a:lnTo>
                <a:cubicBezTo>
                  <a:pt x="76200" y="134144"/>
                  <a:pt x="81915" y="127000"/>
                  <a:pt x="88900" y="127000"/>
                </a:cubicBezTo>
                <a:lnTo>
                  <a:pt x="419100" y="127000"/>
                </a:lnTo>
                <a:close/>
                <a:moveTo>
                  <a:pt x="88900" y="63500"/>
                </a:moveTo>
                <a:cubicBezTo>
                  <a:pt x="53816" y="63500"/>
                  <a:pt x="25400" y="99020"/>
                  <a:pt x="25400" y="142875"/>
                </a:cubicBezTo>
                <a:lnTo>
                  <a:pt x="25400" y="365125"/>
                </a:lnTo>
                <a:cubicBezTo>
                  <a:pt x="25400" y="408980"/>
                  <a:pt x="53816" y="444500"/>
                  <a:pt x="88900" y="444500"/>
                </a:cubicBezTo>
                <a:lnTo>
                  <a:pt x="419100" y="444500"/>
                </a:lnTo>
                <a:cubicBezTo>
                  <a:pt x="454184" y="444500"/>
                  <a:pt x="482600" y="408980"/>
                  <a:pt x="482600" y="365125"/>
                </a:cubicBezTo>
                <a:lnTo>
                  <a:pt x="482600" y="317500"/>
                </a:lnTo>
                <a:cubicBezTo>
                  <a:pt x="496649" y="317500"/>
                  <a:pt x="508000" y="303312"/>
                  <a:pt x="508000" y="28575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lnTo>
                  <a:pt x="482600" y="142875"/>
                </a:lnTo>
                <a:cubicBezTo>
                  <a:pt x="482600" y="99020"/>
                  <a:pt x="454184" y="63500"/>
                  <a:pt x="419100" y="63500"/>
                </a:cubicBezTo>
                <a:lnTo>
                  <a:pt x="88900" y="63500"/>
                </a:lnTo>
                <a:close/>
                <a:moveTo>
                  <a:pt x="133350" y="174625"/>
                </a:moveTo>
                <a:cubicBezTo>
                  <a:pt x="122793" y="174625"/>
                  <a:pt x="114300" y="185241"/>
                  <a:pt x="114300" y="198438"/>
                </a:cubicBezTo>
                <a:lnTo>
                  <a:pt x="114300" y="309562"/>
                </a:lnTo>
                <a:cubicBezTo>
                  <a:pt x="114300" y="322759"/>
                  <a:pt x="122793" y="333375"/>
                  <a:pt x="133350" y="333375"/>
                </a:cubicBezTo>
                <a:lnTo>
                  <a:pt x="374650" y="333375"/>
                </a:lnTo>
                <a:cubicBezTo>
                  <a:pt x="385207" y="333375"/>
                  <a:pt x="393700" y="322759"/>
                  <a:pt x="393700" y="309562"/>
                </a:cubicBezTo>
                <a:lnTo>
                  <a:pt x="393700" y="198438"/>
                </a:lnTo>
                <a:cubicBezTo>
                  <a:pt x="393700" y="185241"/>
                  <a:pt x="385207" y="174625"/>
                  <a:pt x="374650" y="174625"/>
                </a:cubicBezTo>
                <a:lnTo>
                  <a:pt x="133350" y="174625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1684000" y="203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BATTERY TEST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0" y="2730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operation duration measurement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3683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</a:t>
            </a:r>
            <a:r>
              <a:rPr lang="en-US" sz="16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8500" y="5080000"/>
            <a:ext cx="4699000" cy="2794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0" name="Shape 18"/>
          <p:cNvSpPr/>
          <p:nvPr/>
        </p:nvSpPr>
        <p:spPr>
          <a:xfrm>
            <a:off x="3492500" y="5334000"/>
            <a:ext cx="508000" cy="508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127500" y="5334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 RANGE TEST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92500" y="603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stability at various distances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92500" y="6985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</a:t>
            </a:r>
            <a:r>
              <a:rPr lang="en-US" sz="16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8500" y="5080000"/>
            <a:ext cx="4699000" cy="27940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5" name="Shape 23"/>
          <p:cNvSpPr/>
          <p:nvPr/>
        </p:nvSpPr>
        <p:spPr>
          <a:xfrm>
            <a:off x="85725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55600" y="63500"/>
                </a:moveTo>
                <a:cubicBezTo>
                  <a:pt x="439738" y="63500"/>
                  <a:pt x="508000" y="148828"/>
                  <a:pt x="508000" y="254000"/>
                </a:cubicBezTo>
                <a:cubicBezTo>
                  <a:pt x="508000" y="359172"/>
                  <a:pt x="439738" y="444500"/>
                  <a:pt x="355600" y="444500"/>
                </a:cubicBezTo>
                <a:lnTo>
                  <a:pt x="152400" y="444500"/>
                </a:lnTo>
                <a:cubicBezTo>
                  <a:pt x="68263" y="444500"/>
                  <a:pt x="0" y="359172"/>
                  <a:pt x="0" y="254000"/>
                </a:cubicBezTo>
                <a:cubicBezTo>
                  <a:pt x="0" y="148828"/>
                  <a:pt x="68263" y="63500"/>
                  <a:pt x="152400" y="63500"/>
                </a:cubicBezTo>
                <a:lnTo>
                  <a:pt x="355600" y="63500"/>
                </a:lnTo>
                <a:close/>
                <a:moveTo>
                  <a:pt x="152400" y="174625"/>
                </a:moveTo>
                <a:cubicBezTo>
                  <a:pt x="141843" y="174625"/>
                  <a:pt x="133350" y="185241"/>
                  <a:pt x="133350" y="198438"/>
                </a:cubicBezTo>
                <a:lnTo>
                  <a:pt x="133350" y="230188"/>
                </a:lnTo>
                <a:lnTo>
                  <a:pt x="107950" y="230188"/>
                </a:lnTo>
                <a:cubicBezTo>
                  <a:pt x="97393" y="230188"/>
                  <a:pt x="88900" y="240804"/>
                  <a:pt x="88900" y="254000"/>
                </a:cubicBezTo>
                <a:cubicBezTo>
                  <a:pt x="88900" y="267196"/>
                  <a:pt x="97393" y="277813"/>
                  <a:pt x="107950" y="277813"/>
                </a:cubicBezTo>
                <a:lnTo>
                  <a:pt x="133350" y="277813"/>
                </a:lnTo>
                <a:lnTo>
                  <a:pt x="133350" y="309562"/>
                </a:lnTo>
                <a:cubicBezTo>
                  <a:pt x="133350" y="322759"/>
                  <a:pt x="141843" y="333375"/>
                  <a:pt x="152400" y="333375"/>
                </a:cubicBezTo>
                <a:cubicBezTo>
                  <a:pt x="162957" y="333375"/>
                  <a:pt x="171450" y="322759"/>
                  <a:pt x="171450" y="309562"/>
                </a:cubicBezTo>
                <a:lnTo>
                  <a:pt x="171450" y="277813"/>
                </a:lnTo>
                <a:lnTo>
                  <a:pt x="196850" y="277813"/>
                </a:lnTo>
                <a:cubicBezTo>
                  <a:pt x="207407" y="277813"/>
                  <a:pt x="215900" y="267196"/>
                  <a:pt x="215900" y="254000"/>
                </a:cubicBezTo>
                <a:cubicBezTo>
                  <a:pt x="215900" y="240804"/>
                  <a:pt x="207407" y="230188"/>
                  <a:pt x="196850" y="230188"/>
                </a:cubicBezTo>
                <a:lnTo>
                  <a:pt x="171450" y="230188"/>
                </a:lnTo>
                <a:lnTo>
                  <a:pt x="171450" y="198438"/>
                </a:lnTo>
                <a:cubicBezTo>
                  <a:pt x="171450" y="185241"/>
                  <a:pt x="162957" y="174625"/>
                  <a:pt x="152400" y="174625"/>
                </a:cubicBezTo>
                <a:close/>
                <a:moveTo>
                  <a:pt x="342900" y="269875"/>
                </a:moveTo>
                <a:cubicBezTo>
                  <a:pt x="328881" y="269875"/>
                  <a:pt x="317500" y="284102"/>
                  <a:pt x="317500" y="301625"/>
                </a:cubicBezTo>
                <a:cubicBezTo>
                  <a:pt x="317500" y="319148"/>
                  <a:pt x="328881" y="333375"/>
                  <a:pt x="342900" y="333375"/>
                </a:cubicBezTo>
                <a:cubicBezTo>
                  <a:pt x="356919" y="333375"/>
                  <a:pt x="368300" y="319148"/>
                  <a:pt x="368300" y="301625"/>
                </a:cubicBezTo>
                <a:cubicBezTo>
                  <a:pt x="368300" y="284102"/>
                  <a:pt x="356919" y="269875"/>
                  <a:pt x="342900" y="269875"/>
                </a:cubicBezTo>
                <a:close/>
                <a:moveTo>
                  <a:pt x="393700" y="174625"/>
                </a:moveTo>
                <a:cubicBezTo>
                  <a:pt x="379681" y="174625"/>
                  <a:pt x="368300" y="188852"/>
                  <a:pt x="368300" y="206375"/>
                </a:cubicBezTo>
                <a:cubicBezTo>
                  <a:pt x="368300" y="223898"/>
                  <a:pt x="379681" y="238125"/>
                  <a:pt x="393700" y="238125"/>
                </a:cubicBezTo>
                <a:cubicBezTo>
                  <a:pt x="407719" y="238125"/>
                  <a:pt x="419100" y="223898"/>
                  <a:pt x="419100" y="206375"/>
                </a:cubicBezTo>
                <a:cubicBezTo>
                  <a:pt x="419100" y="188852"/>
                  <a:pt x="407719" y="174625"/>
                  <a:pt x="393700" y="17462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9207500" y="5334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CONTROL TEST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72500" y="603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Joystick and app switching verification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72500" y="6985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</a:t>
            </a:r>
            <a:r>
              <a:rPr lang="en-US" sz="16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4699000" cy="2794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5" name="Shape 3"/>
          <p:cNvSpPr/>
          <p:nvPr/>
        </p:nvSpPr>
        <p:spPr>
          <a:xfrm>
            <a:off x="2667000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6700" y="114300"/>
                </a:moveTo>
                <a:cubicBezTo>
                  <a:pt x="266700" y="93272"/>
                  <a:pt x="283772" y="76200"/>
                  <a:pt x="304800" y="76200"/>
                </a:cubicBezTo>
                <a:cubicBezTo>
                  <a:pt x="325828" y="76200"/>
                  <a:pt x="342900" y="93272"/>
                  <a:pt x="342900" y="114300"/>
                </a:cubicBezTo>
                <a:cubicBezTo>
                  <a:pt x="342900" y="135328"/>
                  <a:pt x="325828" y="152400"/>
                  <a:pt x="304800" y="152400"/>
                </a:cubicBezTo>
                <a:cubicBezTo>
                  <a:pt x="283772" y="152400"/>
                  <a:pt x="266700" y="135328"/>
                  <a:pt x="266700" y="114300"/>
                </a:cubicBezTo>
                <a:close/>
                <a:moveTo>
                  <a:pt x="412552" y="152400"/>
                </a:moveTo>
                <a:cubicBezTo>
                  <a:pt x="416719" y="140494"/>
                  <a:pt x="419100" y="127635"/>
                  <a:pt x="419100" y="114300"/>
                </a:cubicBezTo>
                <a:cubicBezTo>
                  <a:pt x="419100" y="51197"/>
                  <a:pt x="367903" y="0"/>
                  <a:pt x="304800" y="0"/>
                </a:cubicBezTo>
                <a:cubicBezTo>
                  <a:pt x="241697" y="0"/>
                  <a:pt x="190500" y="51197"/>
                  <a:pt x="190500" y="114300"/>
                </a:cubicBezTo>
                <a:cubicBezTo>
                  <a:pt x="190500" y="127635"/>
                  <a:pt x="192762" y="140494"/>
                  <a:pt x="197048" y="152400"/>
                </a:cubicBezTo>
                <a:lnTo>
                  <a:pt x="171093" y="152400"/>
                </a:lnTo>
                <a:cubicBezTo>
                  <a:pt x="137398" y="152400"/>
                  <a:pt x="107752" y="174427"/>
                  <a:pt x="98108" y="206692"/>
                </a:cubicBezTo>
                <a:lnTo>
                  <a:pt x="2858" y="524113"/>
                </a:lnTo>
                <a:cubicBezTo>
                  <a:pt x="953" y="530304"/>
                  <a:pt x="0" y="536734"/>
                  <a:pt x="0" y="543163"/>
                </a:cubicBezTo>
                <a:cubicBezTo>
                  <a:pt x="0" y="579834"/>
                  <a:pt x="29766" y="609600"/>
                  <a:pt x="66437" y="609600"/>
                </a:cubicBezTo>
                <a:lnTo>
                  <a:pt x="543163" y="609600"/>
                </a:lnTo>
                <a:cubicBezTo>
                  <a:pt x="579834" y="609600"/>
                  <a:pt x="609600" y="579834"/>
                  <a:pt x="609600" y="543163"/>
                </a:cubicBezTo>
                <a:cubicBezTo>
                  <a:pt x="609600" y="536734"/>
                  <a:pt x="608647" y="530304"/>
                  <a:pt x="606743" y="524113"/>
                </a:cubicBezTo>
                <a:lnTo>
                  <a:pt x="511492" y="206812"/>
                </a:lnTo>
                <a:cubicBezTo>
                  <a:pt x="501848" y="174546"/>
                  <a:pt x="472202" y="152519"/>
                  <a:pt x="438507" y="152519"/>
                </a:cubicBezTo>
                <a:lnTo>
                  <a:pt x="412552" y="152519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730500"/>
            <a:ext cx="469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 KG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62000" y="3492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CAPACITY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9370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 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778000"/>
            <a:ext cx="4699000" cy="2794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0" name="Shape 8"/>
          <p:cNvSpPr/>
          <p:nvPr/>
        </p:nvSpPr>
        <p:spPr>
          <a:xfrm>
            <a:off x="7683500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42900" y="114300"/>
                </a:moveTo>
                <a:cubicBezTo>
                  <a:pt x="342900" y="93272"/>
                  <a:pt x="325828" y="76200"/>
                  <a:pt x="304800" y="76200"/>
                </a:cubicBezTo>
                <a:cubicBezTo>
                  <a:pt x="283772" y="76200"/>
                  <a:pt x="266700" y="93272"/>
                  <a:pt x="266700" y="114300"/>
                </a:cubicBezTo>
                <a:cubicBezTo>
                  <a:pt x="266700" y="135328"/>
                  <a:pt x="283772" y="152400"/>
                  <a:pt x="304800" y="152400"/>
                </a:cubicBezTo>
                <a:cubicBezTo>
                  <a:pt x="325828" y="152400"/>
                  <a:pt x="342900" y="135328"/>
                  <a:pt x="342900" y="114300"/>
                </a:cubicBezTo>
                <a:close/>
                <a:moveTo>
                  <a:pt x="304800" y="495300"/>
                </a:moveTo>
                <a:cubicBezTo>
                  <a:pt x="346829" y="495300"/>
                  <a:pt x="381000" y="461129"/>
                  <a:pt x="381000" y="419100"/>
                </a:cubicBezTo>
                <a:cubicBezTo>
                  <a:pt x="381000" y="399812"/>
                  <a:pt x="373856" y="382072"/>
                  <a:pt x="361950" y="368737"/>
                </a:cubicBezTo>
                <a:lnTo>
                  <a:pt x="444698" y="203359"/>
                </a:lnTo>
                <a:cubicBezTo>
                  <a:pt x="451723" y="189190"/>
                  <a:pt x="446008" y="172045"/>
                  <a:pt x="431959" y="165021"/>
                </a:cubicBezTo>
                <a:cubicBezTo>
                  <a:pt x="417909" y="157996"/>
                  <a:pt x="400645" y="163711"/>
                  <a:pt x="393621" y="177760"/>
                </a:cubicBezTo>
                <a:lnTo>
                  <a:pt x="310872" y="343138"/>
                </a:lnTo>
                <a:cubicBezTo>
                  <a:pt x="308848" y="343019"/>
                  <a:pt x="306824" y="342900"/>
                  <a:pt x="304800" y="342900"/>
                </a:cubicBezTo>
                <a:cubicBezTo>
                  <a:pt x="262771" y="342900"/>
                  <a:pt x="228600" y="377071"/>
                  <a:pt x="228600" y="419100"/>
                </a:cubicBezTo>
                <a:cubicBezTo>
                  <a:pt x="228600" y="461129"/>
                  <a:pt x="262771" y="495300"/>
                  <a:pt x="304800" y="495300"/>
                </a:cubicBezTo>
                <a:close/>
                <a:moveTo>
                  <a:pt x="209550" y="171450"/>
                </a:moveTo>
                <a:cubicBezTo>
                  <a:pt x="209550" y="150422"/>
                  <a:pt x="192478" y="133350"/>
                  <a:pt x="171450" y="133350"/>
                </a:cubicBezTo>
                <a:cubicBezTo>
                  <a:pt x="150422" y="133350"/>
                  <a:pt x="133350" y="150422"/>
                  <a:pt x="133350" y="171450"/>
                </a:cubicBezTo>
                <a:cubicBezTo>
                  <a:pt x="133350" y="192478"/>
                  <a:pt x="150422" y="209550"/>
                  <a:pt x="171450" y="209550"/>
                </a:cubicBezTo>
                <a:cubicBezTo>
                  <a:pt x="192478" y="209550"/>
                  <a:pt x="209550" y="192478"/>
                  <a:pt x="209550" y="171450"/>
                </a:cubicBezTo>
                <a:close/>
                <a:moveTo>
                  <a:pt x="114300" y="342900"/>
                </a:moveTo>
                <a:cubicBezTo>
                  <a:pt x="135328" y="342900"/>
                  <a:pt x="152400" y="325828"/>
                  <a:pt x="152400" y="304800"/>
                </a:cubicBezTo>
                <a:cubicBezTo>
                  <a:pt x="152400" y="283772"/>
                  <a:pt x="135328" y="266700"/>
                  <a:pt x="114300" y="266700"/>
                </a:cubicBezTo>
                <a:cubicBezTo>
                  <a:pt x="93272" y="266700"/>
                  <a:pt x="76200" y="283772"/>
                  <a:pt x="76200" y="304800"/>
                </a:cubicBezTo>
                <a:cubicBezTo>
                  <a:pt x="76200" y="325828"/>
                  <a:pt x="93272" y="342900"/>
                  <a:pt x="114300" y="342900"/>
                </a:cubicBezTo>
                <a:close/>
                <a:moveTo>
                  <a:pt x="533400" y="304800"/>
                </a:moveTo>
                <a:cubicBezTo>
                  <a:pt x="533400" y="283772"/>
                  <a:pt x="516328" y="266700"/>
                  <a:pt x="495300" y="266700"/>
                </a:cubicBezTo>
                <a:cubicBezTo>
                  <a:pt x="474272" y="266700"/>
                  <a:pt x="457200" y="283772"/>
                  <a:pt x="457200" y="304800"/>
                </a:cubicBezTo>
                <a:cubicBezTo>
                  <a:pt x="457200" y="325828"/>
                  <a:pt x="474272" y="342900"/>
                  <a:pt x="495300" y="342900"/>
                </a:cubicBezTo>
                <a:cubicBezTo>
                  <a:pt x="516328" y="342900"/>
                  <a:pt x="533400" y="325828"/>
                  <a:pt x="533400" y="30480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778500" y="2730500"/>
            <a:ext cx="469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KM/H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778500" y="3492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SPEED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78500" y="39370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 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78000"/>
            <a:ext cx="4699000" cy="2794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00000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2920" y="152400"/>
                </a:moveTo>
                <a:cubicBezTo>
                  <a:pt x="511302" y="152400"/>
                  <a:pt x="518160" y="160973"/>
                  <a:pt x="518160" y="171450"/>
                </a:cubicBezTo>
                <a:lnTo>
                  <a:pt x="518160" y="438150"/>
                </a:lnTo>
                <a:cubicBezTo>
                  <a:pt x="518160" y="448628"/>
                  <a:pt x="511302" y="457200"/>
                  <a:pt x="502920" y="457200"/>
                </a:cubicBezTo>
                <a:lnTo>
                  <a:pt x="106680" y="457200"/>
                </a:lnTo>
                <a:cubicBezTo>
                  <a:pt x="98298" y="457200"/>
                  <a:pt x="91440" y="448628"/>
                  <a:pt x="91440" y="438150"/>
                </a:cubicBezTo>
                <a:lnTo>
                  <a:pt x="91440" y="171450"/>
                </a:lnTo>
                <a:cubicBezTo>
                  <a:pt x="91440" y="160973"/>
                  <a:pt x="98298" y="152400"/>
                  <a:pt x="106680" y="152400"/>
                </a:cubicBezTo>
                <a:lnTo>
                  <a:pt x="502920" y="152400"/>
                </a:lnTo>
                <a:close/>
                <a:moveTo>
                  <a:pt x="106680" y="76200"/>
                </a:moveTo>
                <a:cubicBezTo>
                  <a:pt x="64579" y="76200"/>
                  <a:pt x="30480" y="118824"/>
                  <a:pt x="30480" y="171450"/>
                </a:cubicBezTo>
                <a:lnTo>
                  <a:pt x="30480" y="438150"/>
                </a:lnTo>
                <a:cubicBezTo>
                  <a:pt x="30480" y="490776"/>
                  <a:pt x="64579" y="533400"/>
                  <a:pt x="106680" y="533400"/>
                </a:cubicBezTo>
                <a:lnTo>
                  <a:pt x="502920" y="533400"/>
                </a:lnTo>
                <a:cubicBezTo>
                  <a:pt x="545021" y="533400"/>
                  <a:pt x="579120" y="490776"/>
                  <a:pt x="579120" y="438150"/>
                </a:cubicBezTo>
                <a:lnTo>
                  <a:pt x="579120" y="381000"/>
                </a:lnTo>
                <a:cubicBezTo>
                  <a:pt x="595979" y="381000"/>
                  <a:pt x="609600" y="363974"/>
                  <a:pt x="609600" y="342900"/>
                </a:cubicBezTo>
                <a:lnTo>
                  <a:pt x="609600" y="266700"/>
                </a:lnTo>
                <a:cubicBezTo>
                  <a:pt x="609600" y="245626"/>
                  <a:pt x="595979" y="228600"/>
                  <a:pt x="579120" y="228600"/>
                </a:cubicBezTo>
                <a:lnTo>
                  <a:pt x="579120" y="171450"/>
                </a:lnTo>
                <a:cubicBezTo>
                  <a:pt x="579120" y="118824"/>
                  <a:pt x="545021" y="76200"/>
                  <a:pt x="502920" y="76200"/>
                </a:cubicBezTo>
                <a:lnTo>
                  <a:pt x="106680" y="76200"/>
                </a:lnTo>
                <a:close/>
                <a:moveTo>
                  <a:pt x="160020" y="209550"/>
                </a:moveTo>
                <a:cubicBezTo>
                  <a:pt x="147352" y="209550"/>
                  <a:pt x="137160" y="222290"/>
                  <a:pt x="137160" y="238125"/>
                </a:cubicBezTo>
                <a:lnTo>
                  <a:pt x="137160" y="371475"/>
                </a:lnTo>
                <a:cubicBezTo>
                  <a:pt x="137160" y="387310"/>
                  <a:pt x="147352" y="400050"/>
                  <a:pt x="160020" y="400050"/>
                </a:cubicBezTo>
                <a:lnTo>
                  <a:pt x="449580" y="400050"/>
                </a:lnTo>
                <a:cubicBezTo>
                  <a:pt x="462248" y="400050"/>
                  <a:pt x="472440" y="387310"/>
                  <a:pt x="472440" y="371475"/>
                </a:cubicBezTo>
                <a:lnTo>
                  <a:pt x="472440" y="238125"/>
                </a:lnTo>
                <a:cubicBezTo>
                  <a:pt x="472440" y="222290"/>
                  <a:pt x="462248" y="209550"/>
                  <a:pt x="449580" y="209550"/>
                </a:cubicBezTo>
                <a:lnTo>
                  <a:pt x="160020" y="209550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0" y="2730500"/>
            <a:ext cx="469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6+ HRS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0795000" y="3492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 LIFE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95000" y="39370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 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38500" y="5080000"/>
            <a:ext cx="4699000" cy="2794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5143500" y="5270500"/>
            <a:ext cx="609600" cy="6096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38500" y="6032500"/>
            <a:ext cx="469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HZ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3238500" y="6794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BLE UPDATE RATE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38500" y="72390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 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18500" y="5080000"/>
            <a:ext cx="4699000" cy="2794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23500" y="5270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26720" y="76200"/>
                </a:moveTo>
                <a:cubicBezTo>
                  <a:pt x="527685" y="76200"/>
                  <a:pt x="609600" y="178594"/>
                  <a:pt x="609600" y="304800"/>
                </a:cubicBezTo>
                <a:cubicBezTo>
                  <a:pt x="609600" y="431006"/>
                  <a:pt x="527685" y="533400"/>
                  <a:pt x="426720" y="533400"/>
                </a:cubicBezTo>
                <a:lnTo>
                  <a:pt x="182880" y="533400"/>
                </a:lnTo>
                <a:cubicBezTo>
                  <a:pt x="81915" y="533400"/>
                  <a:pt x="0" y="431006"/>
                  <a:pt x="0" y="304800"/>
                </a:cubicBezTo>
                <a:cubicBezTo>
                  <a:pt x="0" y="178594"/>
                  <a:pt x="81915" y="76200"/>
                  <a:pt x="182880" y="76200"/>
                </a:cubicBezTo>
                <a:lnTo>
                  <a:pt x="426720" y="76200"/>
                </a:lnTo>
                <a:close/>
                <a:moveTo>
                  <a:pt x="182880" y="209550"/>
                </a:moveTo>
                <a:cubicBezTo>
                  <a:pt x="170212" y="209550"/>
                  <a:pt x="160020" y="222290"/>
                  <a:pt x="160020" y="238125"/>
                </a:cubicBezTo>
                <a:lnTo>
                  <a:pt x="160020" y="276225"/>
                </a:lnTo>
                <a:lnTo>
                  <a:pt x="129540" y="276225"/>
                </a:lnTo>
                <a:cubicBezTo>
                  <a:pt x="116872" y="276225"/>
                  <a:pt x="106680" y="288965"/>
                  <a:pt x="106680" y="304800"/>
                </a:cubicBezTo>
                <a:cubicBezTo>
                  <a:pt x="106680" y="320635"/>
                  <a:pt x="116872" y="333375"/>
                  <a:pt x="129540" y="333375"/>
                </a:cubicBezTo>
                <a:lnTo>
                  <a:pt x="160020" y="333375"/>
                </a:lnTo>
                <a:lnTo>
                  <a:pt x="160020" y="371475"/>
                </a:lnTo>
                <a:cubicBezTo>
                  <a:pt x="160020" y="387310"/>
                  <a:pt x="170212" y="400050"/>
                  <a:pt x="182880" y="400050"/>
                </a:cubicBezTo>
                <a:cubicBezTo>
                  <a:pt x="195548" y="400050"/>
                  <a:pt x="205740" y="387310"/>
                  <a:pt x="205740" y="371475"/>
                </a:cubicBezTo>
                <a:lnTo>
                  <a:pt x="205740" y="333375"/>
                </a:lnTo>
                <a:lnTo>
                  <a:pt x="236220" y="333375"/>
                </a:lnTo>
                <a:cubicBezTo>
                  <a:pt x="248888" y="333375"/>
                  <a:pt x="259080" y="320635"/>
                  <a:pt x="259080" y="304800"/>
                </a:cubicBezTo>
                <a:cubicBezTo>
                  <a:pt x="259080" y="288965"/>
                  <a:pt x="248888" y="276225"/>
                  <a:pt x="236220" y="276225"/>
                </a:cubicBezTo>
                <a:lnTo>
                  <a:pt x="205740" y="276225"/>
                </a:lnTo>
                <a:lnTo>
                  <a:pt x="205740" y="238125"/>
                </a:lnTo>
                <a:cubicBezTo>
                  <a:pt x="205740" y="222290"/>
                  <a:pt x="195548" y="209550"/>
                  <a:pt x="182880" y="209550"/>
                </a:cubicBezTo>
                <a:close/>
                <a:moveTo>
                  <a:pt x="411480" y="323850"/>
                </a:moveTo>
                <a:cubicBezTo>
                  <a:pt x="394658" y="323850"/>
                  <a:pt x="381000" y="340922"/>
                  <a:pt x="381000" y="361950"/>
                </a:cubicBezTo>
                <a:cubicBezTo>
                  <a:pt x="381000" y="382978"/>
                  <a:pt x="394658" y="400050"/>
                  <a:pt x="411480" y="400050"/>
                </a:cubicBezTo>
                <a:cubicBezTo>
                  <a:pt x="428302" y="400050"/>
                  <a:pt x="441960" y="382978"/>
                  <a:pt x="441960" y="361950"/>
                </a:cubicBezTo>
                <a:cubicBezTo>
                  <a:pt x="441960" y="340922"/>
                  <a:pt x="428302" y="323850"/>
                  <a:pt x="411480" y="323850"/>
                </a:cubicBezTo>
                <a:close/>
                <a:moveTo>
                  <a:pt x="472440" y="209550"/>
                </a:moveTo>
                <a:cubicBezTo>
                  <a:pt x="455618" y="209550"/>
                  <a:pt x="441960" y="226622"/>
                  <a:pt x="441960" y="247650"/>
                </a:cubicBezTo>
                <a:cubicBezTo>
                  <a:pt x="441960" y="268678"/>
                  <a:pt x="455618" y="285750"/>
                  <a:pt x="472440" y="285750"/>
                </a:cubicBezTo>
                <a:cubicBezTo>
                  <a:pt x="489262" y="285750"/>
                  <a:pt x="502920" y="268678"/>
                  <a:pt x="502920" y="247650"/>
                </a:cubicBezTo>
                <a:cubicBezTo>
                  <a:pt x="502920" y="226622"/>
                  <a:pt x="489262" y="209550"/>
                  <a:pt x="472440" y="20955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8318500" y="6032500"/>
            <a:ext cx="469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CONTROL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318500" y="6794500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SWITCHING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18500" y="72390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PASSED 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BIOMOVE VS TRADITIONAL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6096000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4B8A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 BIOMOVE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TRADITIONAL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28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Health Monitoring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4B8A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800" dirty="0">
                          <a:solidFill>
                            <a:srgbClr val="0D948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Full vitals + EMG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✗</a:t>
                      </a:r>
                      <a:r>
                        <a:rPr lang="en-US" sz="1800" dirty="0">
                          <a:solidFill>
                            <a:srgbClr val="64748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None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8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Safety System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4B8A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800" dirty="0">
                          <a:solidFill>
                            <a:srgbClr val="0D948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4-layer protection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✗</a:t>
                      </a:r>
                      <a:r>
                        <a:rPr lang="en-US" sz="1800" dirty="0">
                          <a:solidFill>
                            <a:srgbClr val="64748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Manual only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8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Control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4B8A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800" dirty="0">
                          <a:solidFill>
                            <a:srgbClr val="0D948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Dual mode + App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✗</a:t>
                      </a:r>
                      <a:r>
                        <a:rPr lang="en-US" sz="1800" dirty="0">
                          <a:solidFill>
                            <a:srgbClr val="64748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Manual only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28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Rehabilitation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4B8A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800" dirty="0">
                          <a:solidFill>
                            <a:srgbClr val="0D948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EMG tracking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✗</a:t>
                      </a:r>
                      <a:r>
                        <a:rPr lang="en-US" sz="1800" dirty="0">
                          <a:solidFill>
                            <a:srgbClr val="64748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None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28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Connectivity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4B8A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800" dirty="0">
                          <a:solidFill>
                            <a:srgbClr val="0D9488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BLE + Cloud-ready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F444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✗</a:t>
                      </a:r>
                      <a:r>
                        <a:rPr lang="en-US" sz="1800" dirty="0">
                          <a:solidFill>
                            <a:srgbClr val="64748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None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7874000"/>
            <a:ext cx="14732000" cy="571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7874000"/>
            <a:ext cx="147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BIOMOVE: </a:t>
            </a:r>
            <a:r>
              <a:rPr lang="en-US" sz="1800" b="1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</a:t>
            </a: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|  TRADITIONAL: </a:t>
            </a:r>
            <a:r>
              <a:rPr lang="en-US" sz="1800" b="1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 ONLY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0" y="84455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kern="0" spc="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kiqupqur6eqo/mnt/agents/output/biomove/images/4_Ally_Pro_Golden_Technologies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0000"/>
                </a:srgbClr>
              </a:gs>
              <a:gs pos="60000">
                <a:srgbClr val="0F172A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1778000"/>
            <a:ext cx="4699000" cy="2159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7" name="Shape 4"/>
          <p:cNvSpPr/>
          <p:nvPr/>
        </p:nvSpPr>
        <p:spPr>
          <a:xfrm>
            <a:off x="1016000" y="200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2006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160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health analytics and anomaly detection from vital patterns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8500" y="1778000"/>
            <a:ext cx="4699000" cy="2159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1" name="Shape 8"/>
          <p:cNvSpPr/>
          <p:nvPr/>
        </p:nvSpPr>
        <p:spPr>
          <a:xfrm>
            <a:off x="6032500" y="200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183885" y="0"/>
                  <a:pt x="127000" y="42664"/>
                  <a:pt x="127000" y="95250"/>
                </a:cubicBezTo>
                <a:lnTo>
                  <a:pt x="127000" y="222250"/>
                </a:lnTo>
                <a:cubicBezTo>
                  <a:pt x="127000" y="274836"/>
                  <a:pt x="183885" y="317500"/>
                  <a:pt x="254000" y="317500"/>
                </a:cubicBezTo>
                <a:cubicBezTo>
                  <a:pt x="324115" y="317500"/>
                  <a:pt x="381000" y="274836"/>
                  <a:pt x="381000" y="222250"/>
                </a:cubicBezTo>
                <a:lnTo>
                  <a:pt x="381000" y="95250"/>
                </a:lnTo>
                <a:cubicBezTo>
                  <a:pt x="381000" y="42664"/>
                  <a:pt x="324115" y="0"/>
                  <a:pt x="254000" y="0"/>
                </a:cubicBezTo>
                <a:close/>
                <a:moveTo>
                  <a:pt x="63500" y="182563"/>
                </a:moveTo>
                <a:cubicBezTo>
                  <a:pt x="63500" y="169366"/>
                  <a:pt x="49345" y="158750"/>
                  <a:pt x="31750" y="158750"/>
                </a:cubicBezTo>
                <a:cubicBezTo>
                  <a:pt x="14155" y="158750"/>
                  <a:pt x="0" y="169366"/>
                  <a:pt x="0" y="182563"/>
                </a:cubicBezTo>
                <a:lnTo>
                  <a:pt x="0" y="222250"/>
                </a:lnTo>
                <a:cubicBezTo>
                  <a:pt x="0" y="319385"/>
                  <a:pt x="96970" y="399554"/>
                  <a:pt x="222250" y="411262"/>
                </a:cubicBezTo>
                <a:lnTo>
                  <a:pt x="222250" y="460375"/>
                </a:lnTo>
                <a:lnTo>
                  <a:pt x="158750" y="460375"/>
                </a:lnTo>
                <a:cubicBezTo>
                  <a:pt x="141155" y="460375"/>
                  <a:pt x="127000" y="470991"/>
                  <a:pt x="127000" y="484187"/>
                </a:cubicBezTo>
                <a:cubicBezTo>
                  <a:pt x="127000" y="497384"/>
                  <a:pt x="141155" y="508000"/>
                  <a:pt x="158750" y="508000"/>
                </a:cubicBezTo>
                <a:lnTo>
                  <a:pt x="349250" y="508000"/>
                </a:lnTo>
                <a:cubicBezTo>
                  <a:pt x="366845" y="508000"/>
                  <a:pt x="381000" y="497384"/>
                  <a:pt x="381000" y="484187"/>
                </a:cubicBezTo>
                <a:cubicBezTo>
                  <a:pt x="381000" y="470991"/>
                  <a:pt x="366845" y="460375"/>
                  <a:pt x="349250" y="460375"/>
                </a:cubicBezTo>
                <a:lnTo>
                  <a:pt x="285750" y="460375"/>
                </a:lnTo>
                <a:lnTo>
                  <a:pt x="285750" y="411262"/>
                </a:lnTo>
                <a:cubicBezTo>
                  <a:pt x="411030" y="399554"/>
                  <a:pt x="508000" y="319385"/>
                  <a:pt x="508000" y="222250"/>
                </a:cubicBezTo>
                <a:lnTo>
                  <a:pt x="508000" y="182563"/>
                </a:lnTo>
                <a:cubicBezTo>
                  <a:pt x="508000" y="169366"/>
                  <a:pt x="493845" y="158750"/>
                  <a:pt x="476250" y="158750"/>
                </a:cubicBezTo>
                <a:cubicBezTo>
                  <a:pt x="458655" y="158750"/>
                  <a:pt x="444500" y="169366"/>
                  <a:pt x="444500" y="182563"/>
                </a:cubicBezTo>
                <a:lnTo>
                  <a:pt x="444500" y="222250"/>
                </a:lnTo>
                <a:cubicBezTo>
                  <a:pt x="444500" y="301129"/>
                  <a:pt x="359172" y="365125"/>
                  <a:pt x="254000" y="365125"/>
                </a:cubicBezTo>
                <a:cubicBezTo>
                  <a:pt x="148828" y="365125"/>
                  <a:pt x="63500" y="301129"/>
                  <a:pt x="63500" y="222250"/>
                </a:cubicBezTo>
                <a:lnTo>
                  <a:pt x="63500" y="182563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6667500" y="2006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CONTROL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325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Hands-free wheelchair operation using voice commands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795000" y="1778000"/>
            <a:ext cx="4699000" cy="2159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5" name="Shape 12"/>
          <p:cNvSpPr/>
          <p:nvPr/>
        </p:nvSpPr>
        <p:spPr>
          <a:xfrm>
            <a:off x="11049000" y="200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333375"/>
                </a:moveTo>
                <a:cubicBezTo>
                  <a:pt x="0" y="412254"/>
                  <a:pt x="56885" y="476250"/>
                  <a:pt x="127000" y="476250"/>
                </a:cubicBezTo>
                <a:lnTo>
                  <a:pt x="395111" y="476250"/>
                </a:lnTo>
                <a:cubicBezTo>
                  <a:pt x="457465" y="476250"/>
                  <a:pt x="508000" y="419398"/>
                  <a:pt x="508000" y="349250"/>
                </a:cubicBezTo>
                <a:cubicBezTo>
                  <a:pt x="508000" y="298053"/>
                  <a:pt x="481101" y="253901"/>
                  <a:pt x="442295" y="233859"/>
                </a:cubicBezTo>
                <a:cubicBezTo>
                  <a:pt x="448204" y="220861"/>
                  <a:pt x="451556" y="206077"/>
                  <a:pt x="451556" y="190500"/>
                </a:cubicBezTo>
                <a:cubicBezTo>
                  <a:pt x="451556" y="137914"/>
                  <a:pt x="413632" y="95250"/>
                  <a:pt x="366889" y="95250"/>
                </a:cubicBezTo>
                <a:cubicBezTo>
                  <a:pt x="351278" y="95250"/>
                  <a:pt x="336726" y="100013"/>
                  <a:pt x="324203" y="108248"/>
                </a:cubicBezTo>
                <a:cubicBezTo>
                  <a:pt x="302948" y="62805"/>
                  <a:pt x="260526" y="31750"/>
                  <a:pt x="211667" y="31750"/>
                </a:cubicBezTo>
                <a:cubicBezTo>
                  <a:pt x="141552" y="31750"/>
                  <a:pt x="84667" y="95746"/>
                  <a:pt x="84667" y="174625"/>
                </a:cubicBezTo>
                <a:cubicBezTo>
                  <a:pt x="84667" y="182563"/>
                  <a:pt x="85284" y="190401"/>
                  <a:pt x="86342" y="197941"/>
                </a:cubicBezTo>
                <a:cubicBezTo>
                  <a:pt x="36160" y="216991"/>
                  <a:pt x="0" y="270470"/>
                  <a:pt x="0" y="33337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11684000" y="2006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PLATFORM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0490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patient monitoring dashboard for caregivers and doctors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38500" y="4318000"/>
            <a:ext cx="4699000" cy="21590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9" name="Shape 16"/>
          <p:cNvSpPr/>
          <p:nvPr/>
        </p:nvSpPr>
        <p:spPr>
          <a:xfrm>
            <a:off x="3492500" y="454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0" name="Text 17"/>
          <p:cNvSpPr/>
          <p:nvPr/>
        </p:nvSpPr>
        <p:spPr>
          <a:xfrm>
            <a:off x="4127500" y="4546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HEALTHCARE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492500" y="514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disease detection from long-term vital trend analysis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18500" y="4318000"/>
            <a:ext cx="4699000" cy="2159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Shape 20"/>
          <p:cNvSpPr/>
          <p:nvPr/>
        </p:nvSpPr>
        <p:spPr>
          <a:xfrm>
            <a:off x="8572500" y="454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5143" y="39688"/>
                </a:moveTo>
                <a:cubicBezTo>
                  <a:pt x="145143" y="17760"/>
                  <a:pt x="165440" y="0"/>
                  <a:pt x="190500" y="0"/>
                </a:cubicBezTo>
                <a:cubicBezTo>
                  <a:pt x="215560" y="0"/>
                  <a:pt x="235857" y="17760"/>
                  <a:pt x="235857" y="39688"/>
                </a:cubicBezTo>
                <a:lnTo>
                  <a:pt x="235857" y="186730"/>
                </a:lnTo>
                <a:cubicBezTo>
                  <a:pt x="245496" y="179189"/>
                  <a:pt x="258196" y="174625"/>
                  <a:pt x="272143" y="174625"/>
                </a:cubicBezTo>
                <a:cubicBezTo>
                  <a:pt x="295502" y="174625"/>
                  <a:pt x="315459" y="187523"/>
                  <a:pt x="323170" y="205581"/>
                </a:cubicBezTo>
                <a:cubicBezTo>
                  <a:pt x="333148" y="196354"/>
                  <a:pt x="347209" y="190500"/>
                  <a:pt x="362857" y="190500"/>
                </a:cubicBezTo>
                <a:cubicBezTo>
                  <a:pt x="391546" y="190500"/>
                  <a:pt x="415018" y="209848"/>
                  <a:pt x="417172" y="234454"/>
                </a:cubicBezTo>
                <a:cubicBezTo>
                  <a:pt x="426811" y="226814"/>
                  <a:pt x="439624" y="222250"/>
                  <a:pt x="453571" y="222250"/>
                </a:cubicBezTo>
                <a:cubicBezTo>
                  <a:pt x="483621" y="222250"/>
                  <a:pt x="508000" y="243582"/>
                  <a:pt x="508000" y="269875"/>
                </a:cubicBezTo>
                <a:lnTo>
                  <a:pt x="508000" y="381000"/>
                </a:lnTo>
                <a:cubicBezTo>
                  <a:pt x="508000" y="451148"/>
                  <a:pt x="443026" y="508000"/>
                  <a:pt x="362857" y="508000"/>
                </a:cubicBezTo>
                <a:lnTo>
                  <a:pt x="266133" y="508000"/>
                </a:lnTo>
                <a:cubicBezTo>
                  <a:pt x="260463" y="508000"/>
                  <a:pt x="254907" y="507702"/>
                  <a:pt x="249464" y="507008"/>
                </a:cubicBezTo>
                <a:cubicBezTo>
                  <a:pt x="186758" y="501452"/>
                  <a:pt x="129041" y="473273"/>
                  <a:pt x="90714" y="428625"/>
                </a:cubicBezTo>
                <a:lnTo>
                  <a:pt x="9071" y="333375"/>
                </a:lnTo>
                <a:cubicBezTo>
                  <a:pt x="-6010" y="315813"/>
                  <a:pt x="-1928" y="291009"/>
                  <a:pt x="18143" y="277813"/>
                </a:cubicBezTo>
                <a:cubicBezTo>
                  <a:pt x="38213" y="264616"/>
                  <a:pt x="66562" y="268188"/>
                  <a:pt x="81643" y="285750"/>
                </a:cubicBezTo>
                <a:lnTo>
                  <a:pt x="145143" y="359866"/>
                </a:lnTo>
                <a:lnTo>
                  <a:pt x="145143" y="39688"/>
                </a:lnTo>
                <a:close/>
                <a:moveTo>
                  <a:pt x="272143" y="301625"/>
                </a:moveTo>
                <a:cubicBezTo>
                  <a:pt x="272143" y="292894"/>
                  <a:pt x="263979" y="285750"/>
                  <a:pt x="254000" y="285750"/>
                </a:cubicBezTo>
                <a:cubicBezTo>
                  <a:pt x="244021" y="285750"/>
                  <a:pt x="235857" y="292894"/>
                  <a:pt x="235857" y="301625"/>
                </a:cubicBezTo>
                <a:lnTo>
                  <a:pt x="235857" y="396875"/>
                </a:lnTo>
                <a:cubicBezTo>
                  <a:pt x="235857" y="405606"/>
                  <a:pt x="244021" y="412750"/>
                  <a:pt x="254000" y="412750"/>
                </a:cubicBezTo>
                <a:cubicBezTo>
                  <a:pt x="263979" y="412750"/>
                  <a:pt x="272143" y="405606"/>
                  <a:pt x="272143" y="396875"/>
                </a:cubicBezTo>
                <a:lnTo>
                  <a:pt x="272143" y="301625"/>
                </a:lnTo>
                <a:close/>
                <a:moveTo>
                  <a:pt x="326571" y="285750"/>
                </a:moveTo>
                <a:cubicBezTo>
                  <a:pt x="316593" y="285750"/>
                  <a:pt x="308429" y="292894"/>
                  <a:pt x="308429" y="301625"/>
                </a:cubicBezTo>
                <a:lnTo>
                  <a:pt x="308429" y="396875"/>
                </a:lnTo>
                <a:cubicBezTo>
                  <a:pt x="308429" y="405606"/>
                  <a:pt x="316593" y="412750"/>
                  <a:pt x="326571" y="412750"/>
                </a:cubicBezTo>
                <a:cubicBezTo>
                  <a:pt x="336550" y="412750"/>
                  <a:pt x="344714" y="405606"/>
                  <a:pt x="344714" y="396875"/>
                </a:cubicBezTo>
                <a:lnTo>
                  <a:pt x="344714" y="301625"/>
                </a:lnTo>
                <a:cubicBezTo>
                  <a:pt x="344714" y="292894"/>
                  <a:pt x="336550" y="285750"/>
                  <a:pt x="326571" y="285750"/>
                </a:cubicBezTo>
                <a:close/>
                <a:moveTo>
                  <a:pt x="417286" y="301625"/>
                </a:moveTo>
                <a:cubicBezTo>
                  <a:pt x="417286" y="292894"/>
                  <a:pt x="409121" y="285750"/>
                  <a:pt x="399143" y="285750"/>
                </a:cubicBezTo>
                <a:cubicBezTo>
                  <a:pt x="389164" y="285750"/>
                  <a:pt x="381000" y="292894"/>
                  <a:pt x="381000" y="301625"/>
                </a:cubicBezTo>
                <a:lnTo>
                  <a:pt x="381000" y="396875"/>
                </a:lnTo>
                <a:cubicBezTo>
                  <a:pt x="381000" y="405606"/>
                  <a:pt x="389164" y="412750"/>
                  <a:pt x="399143" y="412750"/>
                </a:cubicBezTo>
                <a:cubicBezTo>
                  <a:pt x="409121" y="412750"/>
                  <a:pt x="417286" y="405606"/>
                  <a:pt x="417286" y="396875"/>
                </a:cubicBezTo>
                <a:lnTo>
                  <a:pt x="417286" y="301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9207500" y="4546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EMG CONTROL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572500" y="514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Navigate the wheelchair using muscle signals only — no hands needed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000" y="6985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kern="0" spc="3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 2025 — 2027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1778000" y="1905000"/>
            <a:ext cx="12700000" cy="5334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3000" y="3302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635000"/>
                </a:moveTo>
                <a:cubicBezTo>
                  <a:pt x="0" y="284534"/>
                  <a:pt x="284534" y="0"/>
                  <a:pt x="635000" y="0"/>
                </a:cubicBezTo>
                <a:cubicBezTo>
                  <a:pt x="985466" y="0"/>
                  <a:pt x="1270000" y="284534"/>
                  <a:pt x="1270000" y="635000"/>
                </a:cubicBezTo>
                <a:cubicBezTo>
                  <a:pt x="1270000" y="985466"/>
                  <a:pt x="985466" y="1270000"/>
                  <a:pt x="635000" y="1270000"/>
                </a:cubicBezTo>
                <a:cubicBezTo>
                  <a:pt x="284534" y="1270000"/>
                  <a:pt x="0" y="985466"/>
                  <a:pt x="0" y="635000"/>
                </a:cubicBezTo>
                <a:close/>
                <a:moveTo>
                  <a:pt x="467072" y="364877"/>
                </a:moveTo>
                <a:cubicBezTo>
                  <a:pt x="448221" y="375295"/>
                  <a:pt x="436563" y="395387"/>
                  <a:pt x="436563" y="416719"/>
                </a:cubicBezTo>
                <a:lnTo>
                  <a:pt x="436563" y="853281"/>
                </a:lnTo>
                <a:cubicBezTo>
                  <a:pt x="436563" y="874861"/>
                  <a:pt x="448221" y="894705"/>
                  <a:pt x="467072" y="905123"/>
                </a:cubicBezTo>
                <a:cubicBezTo>
                  <a:pt x="485924" y="915541"/>
                  <a:pt x="508744" y="915293"/>
                  <a:pt x="527348" y="903883"/>
                </a:cubicBezTo>
                <a:lnTo>
                  <a:pt x="884535" y="685602"/>
                </a:lnTo>
                <a:cubicBezTo>
                  <a:pt x="902146" y="674688"/>
                  <a:pt x="913061" y="655588"/>
                  <a:pt x="913061" y="634752"/>
                </a:cubicBezTo>
                <a:cubicBezTo>
                  <a:pt x="913061" y="613916"/>
                  <a:pt x="902146" y="594816"/>
                  <a:pt x="884535" y="583902"/>
                </a:cubicBezTo>
                <a:lnTo>
                  <a:pt x="527348" y="365621"/>
                </a:lnTo>
                <a:cubicBezTo>
                  <a:pt x="508992" y="354459"/>
                  <a:pt x="485924" y="353963"/>
                  <a:pt x="467072" y="364381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3048000" y="482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DEMONSTRATION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048000" y="5397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playback or live system demonstration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8000" y="6096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demo video 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8763000"/>
            <a:ext cx="16256000" cy="381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0" y="8255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BIOMOVE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kiqupqur6eqo/mnt/agents/output/biomove/images/4_Ally_Pro_Golden_Technologies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4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0F172A">
                  <a:alpha val="7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540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kern="0" spc="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6858000" y="3619500"/>
            <a:ext cx="2540000" cy="50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4318000" y="3937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kern="0" spc="4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BIOMOVE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048000" y="4635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Redefining Mobility Healthcare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23000" y="5334000"/>
            <a:ext cx="3810000" cy="25400"/>
          </a:xfrm>
          <a:prstGeom prst="rect">
            <a:avLst/>
          </a:prstGeom>
          <a:solidFill>
            <a:srgbClr val="0D9488">
              <a:alpha val="5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774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for Website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18000" y="8255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Wheelchair Platform  |  Mobility + Healthcare + Safety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CC7D5D-2644-4158-985A-D337C90BB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5613400"/>
            <a:ext cx="2032000" cy="203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748</Words>
  <Application>Microsoft Office PowerPoint</Application>
  <PresentationFormat>Custom</PresentationFormat>
  <Paragraphs>249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Liter</vt:lpstr>
      <vt:lpstr>Calibri</vt:lpstr>
      <vt:lpstr>Arial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BioMove - Smart Wheelchair Platform</dc:title>
  <dc:subject>BioMove - Smart Wheelchair Platform</dc:subject>
  <dc:creator>Kimi</dc:creator>
  <cp:lastModifiedBy>Adham</cp:lastModifiedBy>
  <cp:revision>2</cp:revision>
  <dcterms:created xsi:type="dcterms:W3CDTF">2026-07-06T22:04:24Z</dcterms:created>
  <dcterms:modified xsi:type="dcterms:W3CDTF">2026-07-06T22:32:21Z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{"Label":"BioMove - Smart Wheelchair Platform","ContentProducer":"001191110108MACG2KBH8F10000","ProduceID":"19f395d0-d102-8b71-8000-000077383bf4","ReservedCode1":"","ContentPropagator":"001191110108MACG2KBH8F20000","PropagateID":"19f395a5-fb52-8e9f-8000-0</vt:lpwstr>
  </property>
</Properties>
</file>